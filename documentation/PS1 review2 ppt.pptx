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Lst>
  <p:sldSz cx="9144000" cy="51435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1620" userDrawn="1">
          <p15:clr>
            <a:srgbClr val="747775"/>
          </p15:clr>
        </p15:guide>
        <p15:guide id="2" pos="2880" userDrawn="1">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showComments="0">
  <p:normalViewPr>
    <p:restoredLeft sz="15620"/>
    <p:restoredTop sz="94660"/>
  </p:normalViewPr>
  <p:slideViewPr>
    <p:cSldViewPr snapToGrid="0" showGuides="1">
      <p:cViewPr varScale="1">
        <p:scale>
          <a:sx n="100" d="100"/>
          <a:sy n="100" d="100"/>
        </p:scale>
        <p:origin x="0" y="0"/>
      </p:cViewPr>
      <p:guideLst>
        <p:guide orient="horz" pos="1620"/>
        <p:guide pos="2880"/>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1" Type="http://schemas.openxmlformats.org/officeDocument/2006/relationships/tableStyles" Target="tableStyles.xml"/><Relationship Id="rId20" Type="http://schemas.openxmlformats.org/officeDocument/2006/relationships/viewProps" Target="viewProps.xml"/><Relationship Id="rId2" Type="http://schemas.openxmlformats.org/officeDocument/2006/relationships/theme" Target="theme/theme1.xml"/><Relationship Id="rId19" Type="http://schemas.openxmlformats.org/officeDocument/2006/relationships/presProps" Target="presProps.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2" name="Shape 2"/>
        <p:cNvGrpSpPr/>
        <p:nvPr/>
      </p:nvGrpSpPr>
      <p:grpSpPr>
        <a:xfrm>
          <a:off x="0" y="0"/>
          <a:ext cx="0" cy="0"/>
          <a:chOff x="0" y="0"/>
          <a:chExt cx="0" cy="0"/>
        </a:xfrm>
      </p:grpSpPr>
      <p:sp>
        <p:nvSpPr>
          <p:cNvPr id="3" name="Google Shape;3;n"/>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L="914400" marR="0" lvl="1"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L="1371600" marR="0" lvl="2"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L="1828800" marR="0" lvl="3"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L="2286000" marR="0" lvl="4"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L="2743200" marR="0" lvl="5"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L="3200400" marR="0" lvl="6"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L="3657600" marR="0" lvl="7"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L="4114800" marR="0" lvl="8"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50" name="Shape 50"/>
        <p:cNvGrpSpPr/>
        <p:nvPr/>
      </p:nvGrpSpPr>
      <p:grpSpPr>
        <a:xfrm>
          <a:off x="0" y="0"/>
          <a:ext cx="0" cy="0"/>
          <a:chOff x="0" y="0"/>
          <a:chExt cx="0" cy="0"/>
        </a:xfrm>
      </p:grpSpPr>
      <p:sp>
        <p:nvSpPr>
          <p:cNvPr id="51" name="Google Shape;51;p1:notes"/>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2" name="Google Shape;52;p1: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58" name="Shape 58"/>
        <p:cNvGrpSpPr/>
        <p:nvPr/>
      </p:nvGrpSpPr>
      <p:grpSpPr>
        <a:xfrm>
          <a:off x="0" y="0"/>
          <a:ext cx="0" cy="0"/>
          <a:chOff x="0" y="0"/>
          <a:chExt cx="0" cy="0"/>
        </a:xfrm>
      </p:grpSpPr>
      <p:sp>
        <p:nvSpPr>
          <p:cNvPr id="59" name="Google Shape;59;p2:notes"/>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0" name="Google Shape;60;p2: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64" name="Shape 64"/>
        <p:cNvGrpSpPr/>
        <p:nvPr/>
      </p:nvGrpSpPr>
      <p:grpSpPr>
        <a:xfrm>
          <a:off x="0" y="0"/>
          <a:ext cx="0" cy="0"/>
          <a:chOff x="0" y="0"/>
          <a:chExt cx="0" cy="0"/>
        </a:xfrm>
      </p:grpSpPr>
      <p:sp>
        <p:nvSpPr>
          <p:cNvPr id="65" name="Google Shape;65;p4:notes"/>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6" name="Google Shape;66;p4: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70" name="Shape 70"/>
        <p:cNvGrpSpPr/>
        <p:nvPr/>
      </p:nvGrpSpPr>
      <p:grpSpPr>
        <a:xfrm>
          <a:off x="0" y="0"/>
          <a:ext cx="0" cy="0"/>
          <a:chOff x="0" y="0"/>
          <a:chExt cx="0" cy="0"/>
        </a:xfrm>
      </p:grpSpPr>
      <p:sp>
        <p:nvSpPr>
          <p:cNvPr id="71" name="Google Shape;71;p3:notes"/>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2" name="Google Shape;72;p3: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76" name="Shape 76"/>
        <p:cNvGrpSpPr/>
        <p:nvPr/>
      </p:nvGrpSpPr>
      <p:grpSpPr>
        <a:xfrm>
          <a:off x="0" y="0"/>
          <a:ext cx="0" cy="0"/>
          <a:chOff x="0" y="0"/>
          <a:chExt cx="0" cy="0"/>
        </a:xfrm>
      </p:grpSpPr>
      <p:sp>
        <p:nvSpPr>
          <p:cNvPr id="77" name="Google Shape;77;p5:notes"/>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8" name="Google Shape;78;p5: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82" name="Shape 82"/>
        <p:cNvGrpSpPr/>
        <p:nvPr/>
      </p:nvGrpSpPr>
      <p:grpSpPr>
        <a:xfrm>
          <a:off x="0" y="0"/>
          <a:ext cx="0" cy="0"/>
          <a:chOff x="0" y="0"/>
          <a:chExt cx="0" cy="0"/>
        </a:xfrm>
      </p:grpSpPr>
      <p:sp>
        <p:nvSpPr>
          <p:cNvPr id="83" name="Google Shape;83;p6:notes"/>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4" name="Google Shape;84;p6: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88" name="Shape 88"/>
        <p:cNvGrpSpPr/>
        <p:nvPr/>
      </p:nvGrpSpPr>
      <p:grpSpPr>
        <a:xfrm>
          <a:off x="0" y="0"/>
          <a:ext cx="0" cy="0"/>
          <a:chOff x="0" y="0"/>
          <a:chExt cx="0" cy="0"/>
        </a:xfrm>
      </p:grpSpPr>
      <p:sp>
        <p:nvSpPr>
          <p:cNvPr id="89" name="Google Shape;89;p7:notes"/>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0" name="Google Shape;90;p7: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94" name="Shape 94"/>
        <p:cNvGrpSpPr/>
        <p:nvPr/>
      </p:nvGrpSpPr>
      <p:grpSpPr>
        <a:xfrm>
          <a:off x="0" y="0"/>
          <a:ext cx="0" cy="0"/>
          <a:chOff x="0" y="0"/>
          <a:chExt cx="0" cy="0"/>
        </a:xfrm>
      </p:grpSpPr>
      <p:sp>
        <p:nvSpPr>
          <p:cNvPr id="95" name="Google Shape;95;p8:notes"/>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6" name="Google Shape;96;p8: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00" name="Shape 100"/>
        <p:cNvGrpSpPr/>
        <p:nvPr/>
      </p:nvGrpSpPr>
      <p:grpSpPr>
        <a:xfrm>
          <a:off x="0" y="0"/>
          <a:ext cx="0" cy="0"/>
          <a:chOff x="0" y="0"/>
          <a:chExt cx="0" cy="0"/>
        </a:xfrm>
      </p:grpSpPr>
      <p:sp>
        <p:nvSpPr>
          <p:cNvPr id="101" name="Google Shape;101;g37de7d1e150_0_0: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2" name="Google Shape;102;g37de7d1e150_0_0: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05" name="Shape 105"/>
        <p:cNvGrpSpPr/>
        <p:nvPr/>
      </p:nvGrpSpPr>
      <p:grpSpPr>
        <a:xfrm>
          <a:off x="0" y="0"/>
          <a:ext cx="0" cy="0"/>
          <a:chOff x="0" y="0"/>
          <a:chExt cx="0" cy="0"/>
        </a:xfrm>
      </p:grpSpPr>
      <p:sp>
        <p:nvSpPr>
          <p:cNvPr id="106" name="Google Shape;106;g3988de2fbc3_0_0: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7" name="Google Shape;107;g3988de2fbc3_0_0: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12" name="Shape 112"/>
        <p:cNvGrpSpPr/>
        <p:nvPr/>
      </p:nvGrpSpPr>
      <p:grpSpPr>
        <a:xfrm>
          <a:off x="0" y="0"/>
          <a:ext cx="0" cy="0"/>
          <a:chOff x="0" y="0"/>
          <a:chExt cx="0" cy="0"/>
        </a:xfrm>
      </p:grpSpPr>
      <p:sp>
        <p:nvSpPr>
          <p:cNvPr id="113" name="Google Shape;113;g3988de2fbc3_0_7: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4" name="Google Shape;114;g3988de2fbc3_0_7: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18" name="Shape 118"/>
        <p:cNvGrpSpPr/>
        <p:nvPr/>
      </p:nvGrpSpPr>
      <p:grpSpPr>
        <a:xfrm>
          <a:off x="0" y="0"/>
          <a:ext cx="0" cy="0"/>
          <a:chOff x="0" y="0"/>
          <a:chExt cx="0" cy="0"/>
        </a:xfrm>
      </p:grpSpPr>
      <p:sp>
        <p:nvSpPr>
          <p:cNvPr id="119" name="Google Shape;119;g3988de2fbc3_0_15: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0" name="Google Shape;120;g3988de2fbc3_0_15: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25" name="Shape 125"/>
        <p:cNvGrpSpPr/>
        <p:nvPr/>
      </p:nvGrpSpPr>
      <p:grpSpPr>
        <a:xfrm>
          <a:off x="0" y="0"/>
          <a:ext cx="0" cy="0"/>
          <a:chOff x="0" y="0"/>
          <a:chExt cx="0" cy="0"/>
        </a:xfrm>
      </p:grpSpPr>
      <p:sp>
        <p:nvSpPr>
          <p:cNvPr id="126" name="Google Shape;126;g3988de2fbc3_0_24: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7" name="Google Shape;127;g3988de2fbc3_0_24: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31" name="Shape 131"/>
        <p:cNvGrpSpPr/>
        <p:nvPr/>
      </p:nvGrpSpPr>
      <p:grpSpPr>
        <a:xfrm>
          <a:off x="0" y="0"/>
          <a:ext cx="0" cy="0"/>
          <a:chOff x="0" y="0"/>
          <a:chExt cx="0" cy="0"/>
        </a:xfrm>
      </p:grpSpPr>
      <p:sp>
        <p:nvSpPr>
          <p:cNvPr id="132" name="Google Shape;132;p9:notes"/>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3" name="Google Shape;133;p9: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37" name="Shape 137"/>
        <p:cNvGrpSpPr/>
        <p:nvPr/>
      </p:nvGrpSpPr>
      <p:grpSpPr>
        <a:xfrm>
          <a:off x="0" y="0"/>
          <a:ext cx="0" cy="0"/>
          <a:chOff x="0" y="0"/>
          <a:chExt cx="0" cy="0"/>
        </a:xfrm>
      </p:grpSpPr>
      <p:sp>
        <p:nvSpPr>
          <p:cNvPr id="138" name="Google Shape;138;p10:notes"/>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9" name="Google Shape;139;p10: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Title slid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1" name="Google Shape;11;p2"/>
          <p:cNvSpPr txBox="1"/>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1pPr>
            <a:lvl2pPr marL="0" marR="0" lvl="1"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L="0" marR="0" lvl="2"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L="0" marR="0" lvl="3"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L="0" marR="0" lvl="4"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L="0" marR="0" lvl="5"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L="0" marR="0" lvl="6"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L="0" marR="0" lvl="7"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L="0" marR="0" lvl="8"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matchingName="Title and body">
  <p:cSld name="TITLE_AND_BODY">
    <p:spTree>
      <p:nvGrpSpPr>
        <p:cNvPr id="13" name="Shape 13"/>
        <p:cNvGrpSpPr/>
        <p:nvPr/>
      </p:nvGrpSpPr>
      <p:grpSpPr>
        <a:xfrm>
          <a:off x="0" y="0"/>
          <a:ext cx="0" cy="0"/>
          <a:chOff x="0" y="0"/>
          <a:chExt cx="0" cy="0"/>
        </a:xfrm>
      </p:grpSpPr>
      <p:sp>
        <p:nvSpPr>
          <p:cNvPr id="14" name="Google Shape;14;p3"/>
          <p:cNvSpPr txBox="1"/>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5" name="Google Shape;15;p3"/>
          <p:cNvSpPr txBox="1"/>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p:txBody>
      </p:sp>
      <p:sp>
        <p:nvSpPr>
          <p:cNvPr id="16" name="Google Shape;16;p3"/>
          <p:cNvSpPr txBox="1"/>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1pPr>
            <a:lvl2pPr marL="0" marR="0" lvl="1"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L="0" marR="0" lvl="2"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L="0" marR="0" lvl="3"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L="0" marR="0" lvl="4"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L="0" marR="0" lvl="5"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L="0" marR="0" lvl="6"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L="0" marR="0" lvl="7"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L="0" marR="0" lvl="8"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spTree>
      <p:nvGrpSpPr>
        <p:cNvPr id="17" name="Shape 17"/>
        <p:cNvGrpSpPr/>
        <p:nvPr/>
      </p:nvGrpSpPr>
      <p:grpSpPr>
        <a:xfrm>
          <a:off x="0" y="0"/>
          <a:ext cx="0" cy="0"/>
          <a:chOff x="0" y="0"/>
          <a:chExt cx="0" cy="0"/>
        </a:xfrm>
      </p:grpSpPr>
      <p:sp>
        <p:nvSpPr>
          <p:cNvPr id="18" name="Google Shape;18;p4"/>
          <p:cNvSpPr txBox="1"/>
          <p:nvPr>
            <p:ph type="title"/>
          </p:nvPr>
        </p:nvSpPr>
        <p:spPr>
          <a:xfrm>
            <a:off x="311700" y="2150850"/>
            <a:ext cx="8520600" cy="8418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19" name="Google Shape;19;p4"/>
          <p:cNvSpPr txBox="1"/>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1pPr>
            <a:lvl2pPr marL="0" marR="0" lvl="1"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L="0" marR="0" lvl="2"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L="0" marR="0" lvl="3"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L="0" marR="0" lvl="4"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L="0" marR="0" lvl="5"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L="0" marR="0" lvl="6"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L="0" marR="0" lvl="7"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L="0" marR="0" lvl="8"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ColTx" matchingName="Title and two columns">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2" name="Google Shape;22;p5"/>
          <p:cNvSpPr txBox="1"/>
          <p:nvPr>
            <p:ph type="body" idx="1"/>
          </p:nvPr>
        </p:nvSpPr>
        <p:spPr>
          <a:xfrm>
            <a:off x="3117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p:txBody>
      </p:sp>
      <p:sp>
        <p:nvSpPr>
          <p:cNvPr id="23" name="Google Shape;23;p5"/>
          <p:cNvSpPr txBox="1"/>
          <p:nvPr>
            <p:ph type="body" idx="2"/>
          </p:nvPr>
        </p:nvSpPr>
        <p:spPr>
          <a:xfrm>
            <a:off x="48324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p:txBody>
      </p:sp>
      <p:sp>
        <p:nvSpPr>
          <p:cNvPr id="24" name="Google Shape;24;p5"/>
          <p:cNvSpPr txBox="1"/>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1pPr>
            <a:lvl2pPr marL="0" marR="0" lvl="1"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L="0" marR="0" lvl="2"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L="0" marR="0" lvl="3"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L="0" marR="0" lvl="4"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L="0" marR="0" lvl="5"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L="0" marR="0" lvl="6"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L="0" marR="0" lvl="7"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L="0" marR="0" lvl="8"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7" name="Google Shape;27;p6"/>
          <p:cNvSpPr txBox="1"/>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1pPr>
            <a:lvl2pPr marL="0" marR="0" lvl="1"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L="0" marR="0" lvl="2"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L="0" marR="0" lvl="3"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L="0" marR="0" lvl="4"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L="0" marR="0" lvl="5"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L="0" marR="0" lvl="6"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L="0" marR="0" lvl="7"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L="0" marR="0" lvl="8"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0" name="Google Shape;30;p7"/>
          <p:cNvSpPr txBox="1"/>
          <p:nvPr>
            <p:ph type="body" idx="1"/>
          </p:nvPr>
        </p:nvSpPr>
        <p:spPr>
          <a:xfrm>
            <a:off x="311700" y="1389600"/>
            <a:ext cx="2808000" cy="31794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p:txBody>
      </p:sp>
      <p:sp>
        <p:nvSpPr>
          <p:cNvPr id="31" name="Google Shape;31;p7"/>
          <p:cNvSpPr txBox="1"/>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1pPr>
            <a:lvl2pPr marL="0" marR="0" lvl="1"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L="0" marR="0" lvl="2"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L="0" marR="0" lvl="3"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L="0" marR="0" lvl="4"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L="0" marR="0" lvl="5"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L="0" marR="0" lvl="6"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L="0" marR="0" lvl="7"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L="0" marR="0" lvl="8"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34" name="Google Shape;34;p8"/>
          <p:cNvSpPr txBox="1"/>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1pPr>
            <a:lvl2pPr marL="0" marR="0" lvl="1"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L="0" marR="0" lvl="2"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L="0" marR="0" lvl="3"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L="0" marR="0" lvl="4"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L="0" marR="0" lvl="5"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L="0" marR="0" lvl="6"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L="0" marR="0" lvl="7"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L="0" marR="0" lvl="8"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7" name="Google Shape;37;p9"/>
          <p:cNvSpPr txBox="1"/>
          <p:nvPr>
            <p:ph type="title"/>
          </p:nvPr>
        </p:nvSpPr>
        <p:spPr>
          <a:xfrm>
            <a:off x="265500" y="1233175"/>
            <a:ext cx="4045200" cy="14823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38" name="Google Shape;38;p9"/>
          <p:cNvSpPr txBox="1"/>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type="body" idx="2"/>
          </p:nvPr>
        </p:nvSpPr>
        <p:spPr>
          <a:xfrm>
            <a:off x="4939500" y="724075"/>
            <a:ext cx="3837000" cy="3695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p:txBody>
      </p:sp>
      <p:sp>
        <p:nvSpPr>
          <p:cNvPr id="40" name="Google Shape;40;p9"/>
          <p:cNvSpPr txBox="1"/>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1pPr>
            <a:lvl2pPr marL="0" marR="0" lvl="1"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L="0" marR="0" lvl="2"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L="0" marR="0" lvl="3"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L="0" marR="0" lvl="4"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L="0" marR="0" lvl="5"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L="0" marR="0" lvl="6"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L="0" marR="0" lvl="7"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L="0" marR="0" lvl="8"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41" name="Shape 41"/>
        <p:cNvGrpSpPr/>
        <p:nvPr/>
      </p:nvGrpSpPr>
      <p:grpSpPr>
        <a:xfrm>
          <a:off x="0" y="0"/>
          <a:ext cx="0" cy="0"/>
          <a:chOff x="0" y="0"/>
          <a:chExt cx="0" cy="0"/>
        </a:xfrm>
      </p:grpSpPr>
      <p:sp>
        <p:nvSpPr>
          <p:cNvPr id="42" name="Google Shape;42;p10"/>
          <p:cNvSpPr txBox="1"/>
          <p:nvPr>
            <p:ph type="body" idx="1"/>
          </p:nvPr>
        </p:nvSpPr>
        <p:spPr>
          <a:xfrm>
            <a:off x="311700" y="4230575"/>
            <a:ext cx="5998800" cy="6051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800"/>
              <a:buNone/>
              <a:defRPr/>
            </a:lvl1pPr>
          </a:lstStyle>
          <a:p/>
        </p:txBody>
      </p:sp>
      <p:sp>
        <p:nvSpPr>
          <p:cNvPr id="43" name="Google Shape;43;p10"/>
          <p:cNvSpPr txBox="1"/>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1pPr>
            <a:lvl2pPr marL="0" marR="0" lvl="1"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L="0" marR="0" lvl="2"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L="0" marR="0" lvl="3"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L="0" marR="0" lvl="4"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L="0" marR="0" lvl="5"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L="0" marR="0" lvl="6"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L="0" marR="0" lvl="7"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L="0" marR="0" lvl="8"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44" name="Shape 44"/>
        <p:cNvGrpSpPr/>
        <p:nvPr/>
      </p:nvGrpSpPr>
      <p:grpSpPr>
        <a:xfrm>
          <a:off x="0" y="0"/>
          <a:ext cx="0" cy="0"/>
          <a:chOff x="0" y="0"/>
          <a:chExt cx="0" cy="0"/>
        </a:xfrm>
      </p:grpSpPr>
      <p:sp>
        <p:nvSpPr>
          <p:cNvPr id="45" name="Google Shape;45;p11"/>
          <p:cNvSpPr txBox="1"/>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6" name="Google Shape;46;p11"/>
          <p:cNvSpPr txBox="1"/>
          <p:nvPr>
            <p:ph type="body" idx="1"/>
          </p:nvPr>
        </p:nvSpPr>
        <p:spPr>
          <a:xfrm>
            <a:off x="311700" y="3152225"/>
            <a:ext cx="8520600" cy="13008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0"/>
              </a:spcBef>
              <a:spcAft>
                <a:spcPts val="0"/>
              </a:spcAft>
              <a:buSzPts val="1400"/>
              <a:buChar char="○"/>
              <a:defRPr/>
            </a:lvl2pPr>
            <a:lvl3pPr marL="1371600" lvl="2" indent="-317500" algn="ctr">
              <a:lnSpc>
                <a:spcPct val="115000"/>
              </a:lnSpc>
              <a:spcBef>
                <a:spcPts val="0"/>
              </a:spcBef>
              <a:spcAft>
                <a:spcPts val="0"/>
              </a:spcAft>
              <a:buSzPts val="1400"/>
              <a:buChar char="■"/>
              <a:defRPr/>
            </a:lvl3pPr>
            <a:lvl4pPr marL="1828800" lvl="3" indent="-317500" algn="ctr">
              <a:lnSpc>
                <a:spcPct val="115000"/>
              </a:lnSpc>
              <a:spcBef>
                <a:spcPts val="0"/>
              </a:spcBef>
              <a:spcAft>
                <a:spcPts val="0"/>
              </a:spcAft>
              <a:buSzPts val="1400"/>
              <a:buChar char="●"/>
              <a:defRPr/>
            </a:lvl4pPr>
            <a:lvl5pPr marL="2286000" lvl="4" indent="-317500" algn="ctr">
              <a:lnSpc>
                <a:spcPct val="115000"/>
              </a:lnSpc>
              <a:spcBef>
                <a:spcPts val="0"/>
              </a:spcBef>
              <a:spcAft>
                <a:spcPts val="0"/>
              </a:spcAft>
              <a:buSzPts val="1400"/>
              <a:buChar char="○"/>
              <a:defRPr/>
            </a:lvl5pPr>
            <a:lvl6pPr marL="2743200" lvl="5" indent="-317500" algn="ctr">
              <a:lnSpc>
                <a:spcPct val="115000"/>
              </a:lnSpc>
              <a:spcBef>
                <a:spcPts val="0"/>
              </a:spcBef>
              <a:spcAft>
                <a:spcPts val="0"/>
              </a:spcAft>
              <a:buSzPts val="1400"/>
              <a:buChar char="■"/>
              <a:defRPr/>
            </a:lvl6pPr>
            <a:lvl7pPr marL="3200400" lvl="6" indent="-317500" algn="ctr">
              <a:lnSpc>
                <a:spcPct val="115000"/>
              </a:lnSpc>
              <a:spcBef>
                <a:spcPts val="0"/>
              </a:spcBef>
              <a:spcAft>
                <a:spcPts val="0"/>
              </a:spcAft>
              <a:buSzPts val="1400"/>
              <a:buChar char="●"/>
              <a:defRPr/>
            </a:lvl7pPr>
            <a:lvl8pPr marL="3657600" lvl="7" indent="-317500" algn="ctr">
              <a:lnSpc>
                <a:spcPct val="115000"/>
              </a:lnSpc>
              <a:spcBef>
                <a:spcPts val="0"/>
              </a:spcBef>
              <a:spcAft>
                <a:spcPts val="0"/>
              </a:spcAft>
              <a:buSzPts val="1400"/>
              <a:buChar char="○"/>
              <a:defRPr/>
            </a:lvl8pPr>
            <a:lvl9pPr marL="4114800" lvl="8" indent="-317500" algn="ctr">
              <a:lnSpc>
                <a:spcPct val="115000"/>
              </a:lnSpc>
              <a:spcBef>
                <a:spcPts val="0"/>
              </a:spcBef>
              <a:spcAft>
                <a:spcPts val="0"/>
              </a:spcAft>
              <a:buSzPts val="1400"/>
              <a:buChar char="■"/>
              <a:defRPr/>
            </a:lvl9pPr>
          </a:lstStyle>
          <a:p/>
        </p:txBody>
      </p:sp>
      <p:sp>
        <p:nvSpPr>
          <p:cNvPr id="47" name="Google Shape;47;p11"/>
          <p:cNvSpPr txBox="1"/>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1pPr>
            <a:lvl2pPr marL="0" marR="0" lvl="1"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L="0" marR="0" lvl="2"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L="0" marR="0" lvl="3"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L="0" marR="0" lvl="4"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L="0" marR="0" lvl="5"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L="0" marR="0" lvl="6"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L="0" marR="0" lvl="7"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L="0" marR="0" lvl="8"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matchingName="Blank">
  <p:cSld name="BLANK">
    <p:spTree>
      <p:nvGrpSpPr>
        <p:cNvPr id="48" name="Shape 48"/>
        <p:cNvGrpSpPr/>
        <p:nvPr/>
      </p:nvGrpSpPr>
      <p:grpSpPr>
        <a:xfrm>
          <a:off x="0" y="0"/>
          <a:ext cx="0" cy="0"/>
          <a:chOff x="0" y="0"/>
          <a:chExt cx="0" cy="0"/>
        </a:xfrm>
      </p:grpSpPr>
      <p:sp>
        <p:nvSpPr>
          <p:cNvPr id="49" name="Google Shape;49;p12"/>
          <p:cNvSpPr txBox="1"/>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1pPr>
            <a:lvl2pPr marL="0" marR="0" lvl="1"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L="0" marR="0" lvl="2"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L="0" marR="0" lvl="3"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L="0" marR="0" lvl="4"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L="0" marR="0" lvl="5"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L="0" marR="0" lvl="6"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L="0" marR="0" lvl="7"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L="0" marR="0" lvl="8"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2800"/>
              <a:buFont typeface="Arial" panose="020B0604020202020204"/>
              <a:buNone/>
              <a:defRPr sz="28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chemeClr val="dk1"/>
              </a:buClr>
              <a:buSzPts val="2800"/>
              <a:buFont typeface="Arial" panose="020B0604020202020204"/>
              <a:buNone/>
              <a:defRPr sz="2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chemeClr val="dk1"/>
              </a:buClr>
              <a:buSzPts val="2800"/>
              <a:buFont typeface="Arial" panose="020B0604020202020204"/>
              <a:buNone/>
              <a:defRPr sz="28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chemeClr val="dk1"/>
              </a:buClr>
              <a:buSzPts val="2800"/>
              <a:buFont typeface="Arial" panose="020B0604020202020204"/>
              <a:buNone/>
              <a:defRPr sz="28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chemeClr val="dk1"/>
              </a:buClr>
              <a:buSzPts val="2800"/>
              <a:buFont typeface="Arial" panose="020B0604020202020204"/>
              <a:buNone/>
              <a:defRPr sz="28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chemeClr val="dk1"/>
              </a:buClr>
              <a:buSzPts val="2800"/>
              <a:buFont typeface="Arial" panose="020B0604020202020204"/>
              <a:buNone/>
              <a:defRPr sz="28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chemeClr val="dk1"/>
              </a:buClr>
              <a:buSzPts val="2800"/>
              <a:buFont typeface="Arial" panose="020B0604020202020204"/>
              <a:buNone/>
              <a:defRPr sz="28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chemeClr val="dk1"/>
              </a:buClr>
              <a:buSzPts val="2800"/>
              <a:buFont typeface="Arial" panose="020B0604020202020204"/>
              <a:buNone/>
              <a:defRPr sz="28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chemeClr val="dk1"/>
              </a:buClr>
              <a:buSzPts val="2800"/>
              <a:buFont typeface="Arial" panose="020B0604020202020204"/>
              <a:buNone/>
              <a:defRPr sz="28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7" name="Google Shape;7;p1"/>
          <p:cNvSpPr txBox="1"/>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Arial" panose="020B0604020202020204"/>
              <a:buChar char="●"/>
              <a:defRPr sz="1800" b="0" i="0" u="none" strike="noStrike" cap="none">
                <a:solidFill>
                  <a:schemeClr val="dk2"/>
                </a:solidFill>
                <a:latin typeface="Arial" panose="020B0604020202020204"/>
                <a:ea typeface="Arial" panose="020B0604020202020204"/>
                <a:cs typeface="Arial" panose="020B0604020202020204"/>
                <a:sym typeface="Arial" panose="020B0604020202020204"/>
              </a:defRPr>
            </a:lvl1pPr>
            <a:lvl2pPr marL="914400" marR="0" lvl="1" indent="-317500" algn="l" rtl="0">
              <a:lnSpc>
                <a:spcPct val="115000"/>
              </a:lnSpc>
              <a:spcBef>
                <a:spcPts val="0"/>
              </a:spcBef>
              <a:spcAft>
                <a:spcPts val="0"/>
              </a:spcAft>
              <a:buClr>
                <a:schemeClr val="dk2"/>
              </a:buClr>
              <a:buSzPts val="1400"/>
              <a:buFont typeface="Arial" panose="020B0604020202020204"/>
              <a:buChar char="○"/>
              <a:defRPr sz="14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L="1371600" marR="0" lvl="2" indent="-317500" algn="l" rtl="0">
              <a:lnSpc>
                <a:spcPct val="115000"/>
              </a:lnSpc>
              <a:spcBef>
                <a:spcPts val="0"/>
              </a:spcBef>
              <a:spcAft>
                <a:spcPts val="0"/>
              </a:spcAft>
              <a:buClr>
                <a:schemeClr val="dk2"/>
              </a:buClr>
              <a:buSzPts val="1400"/>
              <a:buFont typeface="Arial" panose="020B0604020202020204"/>
              <a:buChar char="■"/>
              <a:defRPr sz="14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L="1828800" marR="0" lvl="3" indent="-317500" algn="l" rtl="0">
              <a:lnSpc>
                <a:spcPct val="115000"/>
              </a:lnSpc>
              <a:spcBef>
                <a:spcPts val="0"/>
              </a:spcBef>
              <a:spcAft>
                <a:spcPts val="0"/>
              </a:spcAft>
              <a:buClr>
                <a:schemeClr val="dk2"/>
              </a:buClr>
              <a:buSzPts val="1400"/>
              <a:buFont typeface="Arial" panose="020B0604020202020204"/>
              <a:buChar char="●"/>
              <a:defRPr sz="14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L="2286000" marR="0" lvl="4" indent="-317500" algn="l" rtl="0">
              <a:lnSpc>
                <a:spcPct val="115000"/>
              </a:lnSpc>
              <a:spcBef>
                <a:spcPts val="0"/>
              </a:spcBef>
              <a:spcAft>
                <a:spcPts val="0"/>
              </a:spcAft>
              <a:buClr>
                <a:schemeClr val="dk2"/>
              </a:buClr>
              <a:buSzPts val="1400"/>
              <a:buFont typeface="Arial" panose="020B0604020202020204"/>
              <a:buChar char="○"/>
              <a:defRPr sz="14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L="2743200" marR="0" lvl="5" indent="-317500" algn="l" rtl="0">
              <a:lnSpc>
                <a:spcPct val="115000"/>
              </a:lnSpc>
              <a:spcBef>
                <a:spcPts val="0"/>
              </a:spcBef>
              <a:spcAft>
                <a:spcPts val="0"/>
              </a:spcAft>
              <a:buClr>
                <a:schemeClr val="dk2"/>
              </a:buClr>
              <a:buSzPts val="1400"/>
              <a:buFont typeface="Arial" panose="020B0604020202020204"/>
              <a:buChar char="■"/>
              <a:defRPr sz="14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L="3200400" marR="0" lvl="6" indent="-317500" algn="l" rtl="0">
              <a:lnSpc>
                <a:spcPct val="115000"/>
              </a:lnSpc>
              <a:spcBef>
                <a:spcPts val="0"/>
              </a:spcBef>
              <a:spcAft>
                <a:spcPts val="0"/>
              </a:spcAft>
              <a:buClr>
                <a:schemeClr val="dk2"/>
              </a:buClr>
              <a:buSzPts val="1400"/>
              <a:buFont typeface="Arial" panose="020B0604020202020204"/>
              <a:buChar char="●"/>
              <a:defRPr sz="14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L="3657600" marR="0" lvl="7" indent="-317500" algn="l" rtl="0">
              <a:lnSpc>
                <a:spcPct val="115000"/>
              </a:lnSpc>
              <a:spcBef>
                <a:spcPts val="0"/>
              </a:spcBef>
              <a:spcAft>
                <a:spcPts val="0"/>
              </a:spcAft>
              <a:buClr>
                <a:schemeClr val="dk2"/>
              </a:buClr>
              <a:buSzPts val="1400"/>
              <a:buFont typeface="Arial" panose="020B0604020202020204"/>
              <a:buChar char="○"/>
              <a:defRPr sz="14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L="4114800" marR="0" lvl="8" indent="-317500" algn="l" rtl="0">
              <a:lnSpc>
                <a:spcPct val="115000"/>
              </a:lnSpc>
              <a:spcBef>
                <a:spcPts val="0"/>
              </a:spcBef>
              <a:spcAft>
                <a:spcPts val="0"/>
              </a:spcAft>
              <a:buClr>
                <a:schemeClr val="dk2"/>
              </a:buClr>
              <a:buSzPts val="1400"/>
              <a:buFont typeface="Arial" panose="020B0604020202020204"/>
              <a:buChar char="■"/>
              <a:defRPr sz="14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p:txBody>
      </p:sp>
      <p:sp>
        <p:nvSpPr>
          <p:cNvPr id="8" name="Google Shape;8;p1"/>
          <p:cNvSpPr txBox="1"/>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1pPr>
            <a:lvl2pPr marL="0" marR="0" lvl="1"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L="0" marR="0" lvl="2"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L="0" marR="0" lvl="3"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L="0" marR="0" lvl="4"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L="0" marR="0" lvl="5"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L="0" marR="0" lvl="6"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L="0" marR="0" lvl="7"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L="0" marR="0" lvl="8"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US"/>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image" Target="../media/image4.jpe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hyperlink" Target="http://node.js" TargetMode="Externa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53" name="Shape 53"/>
        <p:cNvGrpSpPr/>
        <p:nvPr/>
      </p:nvGrpSpPr>
      <p:grpSpPr>
        <a:xfrm>
          <a:off x="0" y="0"/>
          <a:ext cx="0" cy="0"/>
          <a:chOff x="0" y="0"/>
          <a:chExt cx="0" cy="0"/>
        </a:xfrm>
      </p:grpSpPr>
      <p:sp>
        <p:nvSpPr>
          <p:cNvPr id="54" name="Google Shape;54;p13"/>
          <p:cNvSpPr txBox="1"/>
          <p:nvPr>
            <p:ph type="ctrTitle"/>
          </p:nvPr>
        </p:nvSpPr>
        <p:spPr>
          <a:xfrm>
            <a:off x="1114100" y="2149050"/>
            <a:ext cx="7109100" cy="422700"/>
          </a:xfrm>
          <a:prstGeom prst="rect">
            <a:avLst/>
          </a:prstGeom>
          <a:noFill/>
          <a:ln>
            <a:noFill/>
          </a:ln>
        </p:spPr>
        <p:txBody>
          <a:bodyPr spcFirstLastPara="1" wrap="square" lIns="91425" tIns="91425" rIns="91425" bIns="91425" anchor="b" anchorCtr="0">
            <a:noAutofit/>
          </a:bodyPr>
          <a:lstStyle/>
          <a:p>
            <a:pPr marL="0" lvl="0" indent="0" algn="ctr" rtl="0">
              <a:lnSpc>
                <a:spcPct val="115000"/>
              </a:lnSpc>
              <a:spcBef>
                <a:spcPts val="0"/>
              </a:spcBef>
              <a:spcAft>
                <a:spcPts val="0"/>
              </a:spcAft>
              <a:buClr>
                <a:schemeClr val="dk1"/>
              </a:buClr>
              <a:buSzPts val="1100"/>
              <a:buFont typeface="Arial" panose="020B0604020202020204"/>
              <a:buNone/>
            </a:pPr>
            <a:r>
              <a:rPr lang="en-US" sz="2000" b="1">
                <a:solidFill>
                  <a:srgbClr val="B00004"/>
                </a:solidFill>
              </a:rPr>
              <a:t>DEPARTMENT OF CSE(AI&amp;ML)</a:t>
            </a:r>
            <a:br>
              <a:rPr lang="en-US" sz="2000" b="1">
                <a:solidFill>
                  <a:srgbClr val="B00004"/>
                </a:solidFill>
              </a:rPr>
            </a:br>
            <a:r>
              <a:rPr lang="en-US" sz="2000" b="1">
                <a:solidFill>
                  <a:srgbClr val="B00004"/>
                </a:solidFill>
              </a:rPr>
              <a:t> </a:t>
            </a:r>
            <a:r>
              <a:rPr lang="en-US" sz="2000" b="1">
                <a:solidFill>
                  <a:srgbClr val="16A53F"/>
                </a:solidFill>
              </a:rPr>
              <a:t>Major Project Review 2</a:t>
            </a:r>
            <a:endParaRPr sz="2000" b="1">
              <a:solidFill>
                <a:srgbClr val="16A53F"/>
              </a:solidFill>
            </a:endParaRPr>
          </a:p>
          <a:p>
            <a:pPr marL="0" lvl="0" indent="0" algn="ctr" rtl="0">
              <a:lnSpc>
                <a:spcPct val="100000"/>
              </a:lnSpc>
              <a:spcBef>
                <a:spcPts val="0"/>
              </a:spcBef>
              <a:spcAft>
                <a:spcPts val="0"/>
              </a:spcAft>
              <a:buSzPts val="5778"/>
              <a:buNone/>
            </a:pPr>
            <a:r>
              <a:rPr lang="en-US" sz="2500" b="1">
                <a:solidFill>
                  <a:srgbClr val="000000"/>
                </a:solidFill>
                <a:latin typeface="Times New Roman" panose="02020603050405020304"/>
                <a:ea typeface="Times New Roman" panose="02020603050405020304"/>
                <a:cs typeface="Times New Roman" panose="02020603050405020304"/>
                <a:sym typeface="Times New Roman" panose="02020603050405020304"/>
              </a:rPr>
              <a:t>Smart Garbage Segregation App</a:t>
            </a:r>
            <a:endParaRPr sz="2500" b="1">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55" name="Google Shape;55;p13"/>
          <p:cNvSpPr txBox="1"/>
          <p:nvPr>
            <p:ph type="subTitle" idx="1"/>
          </p:nvPr>
        </p:nvSpPr>
        <p:spPr>
          <a:xfrm>
            <a:off x="408344" y="3178224"/>
            <a:ext cx="4226100" cy="1316400"/>
          </a:xfrm>
          <a:prstGeom prst="rect">
            <a:avLst/>
          </a:prstGeom>
          <a:noFill/>
          <a:ln>
            <a:noFill/>
          </a:ln>
        </p:spPr>
        <p:txBody>
          <a:bodyPr spcFirstLastPara="1" wrap="square" lIns="91425" tIns="91425" rIns="91425" bIns="91425" anchor="t" anchorCtr="0">
            <a:normAutofit fontScale="62500" lnSpcReduction="10000"/>
          </a:bodyPr>
          <a:lstStyle/>
          <a:p>
            <a:pPr marL="0" lvl="0" indent="0" algn="l" rtl="0">
              <a:lnSpc>
                <a:spcPct val="100000"/>
              </a:lnSpc>
              <a:spcBef>
                <a:spcPts val="0"/>
              </a:spcBef>
              <a:spcAft>
                <a:spcPts val="0"/>
              </a:spcAft>
              <a:buSzPct val="114000"/>
              <a:buNone/>
            </a:pPr>
            <a:r>
              <a:rPr lang="en-US" sz="3940">
                <a:solidFill>
                  <a:schemeClr val="dk1"/>
                </a:solidFill>
                <a:latin typeface="Times New Roman" panose="02020603050405020304"/>
                <a:ea typeface="Times New Roman" panose="02020603050405020304"/>
                <a:cs typeface="Times New Roman" panose="02020603050405020304"/>
                <a:sym typeface="Times New Roman" panose="02020603050405020304"/>
              </a:rPr>
              <a:t> </a:t>
            </a:r>
            <a:r>
              <a:rPr lang="en-US" sz="2400">
                <a:solidFill>
                  <a:schemeClr val="dk1"/>
                </a:solidFill>
                <a:latin typeface="Times New Roman" panose="02020603050405020304"/>
                <a:ea typeface="Times New Roman" panose="02020603050405020304"/>
                <a:cs typeface="Times New Roman" panose="02020603050405020304"/>
                <a:sym typeface="Times New Roman" panose="02020603050405020304"/>
              </a:rPr>
              <a:t> </a:t>
            </a:r>
            <a:r>
              <a:rPr lang="en-US" sz="2400" b="1" u="sng">
                <a:solidFill>
                  <a:srgbClr val="FB0007"/>
                </a:solidFill>
              </a:rPr>
              <a:t>PRESENTED BY</a:t>
            </a:r>
            <a:r>
              <a:rPr lang="en-US" sz="2400" b="1" u="sng">
                <a:solidFill>
                  <a:srgbClr val="B00004"/>
                </a:solidFill>
              </a:rPr>
              <a:t>:</a:t>
            </a:r>
            <a:endParaRPr sz="24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l" rtl="0">
              <a:lnSpc>
                <a:spcPct val="100000"/>
              </a:lnSpc>
              <a:spcBef>
                <a:spcPts val="0"/>
              </a:spcBef>
              <a:spcAft>
                <a:spcPts val="0"/>
              </a:spcAft>
              <a:buSzPct val="160000"/>
              <a:buNone/>
            </a:pPr>
            <a:r>
              <a:rPr lang="en-US">
                <a:solidFill>
                  <a:schemeClr val="dk1"/>
                </a:solidFill>
                <a:latin typeface="Times New Roman" panose="02020603050405020304"/>
                <a:ea typeface="Times New Roman" panose="02020603050405020304"/>
                <a:cs typeface="Times New Roman" panose="02020603050405020304"/>
                <a:sym typeface="Times New Roman" panose="02020603050405020304"/>
              </a:rPr>
              <a:t>  B.Manohar Reddy           (227R1A66D5)</a:t>
            </a:r>
            <a:endParaRPr>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l" rtl="0">
              <a:lnSpc>
                <a:spcPct val="100000"/>
              </a:lnSpc>
              <a:spcBef>
                <a:spcPts val="0"/>
              </a:spcBef>
              <a:spcAft>
                <a:spcPts val="0"/>
              </a:spcAft>
              <a:buSzPct val="160000"/>
              <a:buNone/>
            </a:pPr>
            <a:r>
              <a:rPr lang="en-US">
                <a:solidFill>
                  <a:schemeClr val="dk1"/>
                </a:solidFill>
                <a:latin typeface="Times New Roman" panose="02020603050405020304"/>
                <a:ea typeface="Times New Roman" panose="02020603050405020304"/>
                <a:cs typeface="Times New Roman" panose="02020603050405020304"/>
                <a:sym typeface="Times New Roman" panose="02020603050405020304"/>
              </a:rPr>
              <a:t>  B.Mallikarjun Yadav       (227R1A66D7)</a:t>
            </a:r>
            <a:endParaRPr>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l" rtl="0">
              <a:lnSpc>
                <a:spcPct val="100000"/>
              </a:lnSpc>
              <a:spcBef>
                <a:spcPts val="0"/>
              </a:spcBef>
              <a:spcAft>
                <a:spcPts val="0"/>
              </a:spcAft>
              <a:buSzPct val="160000"/>
              <a:buNone/>
            </a:pPr>
            <a:r>
              <a:rPr lang="en-US">
                <a:solidFill>
                  <a:schemeClr val="dk1"/>
                </a:solidFill>
                <a:latin typeface="Times New Roman" panose="02020603050405020304"/>
                <a:ea typeface="Times New Roman" panose="02020603050405020304"/>
                <a:cs typeface="Times New Roman" panose="02020603050405020304"/>
                <a:sym typeface="Times New Roman" panose="02020603050405020304"/>
              </a:rPr>
              <a:t>  Ch.Nikhil Sai                   (227R1A66E0)</a:t>
            </a:r>
            <a:endParaRPr>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56" name="Google Shape;56;p13"/>
          <p:cNvSpPr txBox="1"/>
          <p:nvPr/>
        </p:nvSpPr>
        <p:spPr>
          <a:xfrm>
            <a:off x="5716429" y="3144774"/>
            <a:ext cx="3213900" cy="10293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Clr>
                <a:schemeClr val="dk1"/>
              </a:buClr>
              <a:buSzPts val="1100"/>
              <a:buFont typeface="Arial" panose="020B0604020202020204"/>
              <a:buNone/>
            </a:pPr>
            <a:r>
              <a:rPr lang="en-US" sz="1500" b="1" u="sng">
                <a:solidFill>
                  <a:srgbClr val="FB0007"/>
                </a:solidFill>
              </a:rPr>
              <a:t>UNDER THE GUIDANCE OF</a:t>
            </a:r>
            <a:endParaRPr sz="1500"/>
          </a:p>
          <a:p>
            <a:pPr marL="0" marR="0" lvl="0" indent="0" algn="l" rtl="0">
              <a:lnSpc>
                <a:spcPct val="115000"/>
              </a:lnSpc>
              <a:spcBef>
                <a:spcPts val="0"/>
              </a:spcBef>
              <a:spcAft>
                <a:spcPts val="0"/>
              </a:spcAft>
              <a:buClr>
                <a:srgbClr val="000000"/>
              </a:buClr>
              <a:buSzPts val="1750"/>
              <a:buFont typeface="Arial" panose="020B0604020202020204"/>
              <a:buNone/>
            </a:pPr>
            <a:r>
              <a:rPr lang="en-US" sz="17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rPr>
              <a:t>Dr. S Rao Chintalapudi</a:t>
            </a:r>
            <a:endParaRPr sz="17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15000"/>
              </a:lnSpc>
              <a:spcBef>
                <a:spcPts val="0"/>
              </a:spcBef>
              <a:spcAft>
                <a:spcPts val="0"/>
              </a:spcAft>
              <a:buClr>
                <a:srgbClr val="000000"/>
              </a:buClr>
              <a:buSzPts val="1750"/>
              <a:buFont typeface="Arial" panose="020B0604020202020204"/>
              <a:buNone/>
            </a:pPr>
            <a:r>
              <a:rPr lang="en-US" sz="17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rPr>
              <a:t>(Professor &amp; HOD CSE(AI&amp;ML)</a:t>
            </a:r>
            <a:endParaRPr sz="17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pic>
        <p:nvPicPr>
          <p:cNvPr id="57" name="Google Shape;57;p13"/>
          <p:cNvPicPr preferRelativeResize="0"/>
          <p:nvPr/>
        </p:nvPicPr>
        <p:blipFill>
          <a:blip r:embed="rId1"/>
          <a:stretch>
            <a:fillRect/>
          </a:stretch>
        </p:blipFill>
        <p:spPr>
          <a:xfrm>
            <a:off x="414004" y="127725"/>
            <a:ext cx="8509296" cy="10293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61" name="Shape 61"/>
        <p:cNvGrpSpPr/>
        <p:nvPr/>
      </p:nvGrpSpPr>
      <p:grpSpPr>
        <a:xfrm>
          <a:off x="0" y="0"/>
          <a:ext cx="0" cy="0"/>
          <a:chOff x="0" y="0"/>
          <a:chExt cx="0" cy="0"/>
        </a:xfrm>
      </p:grpSpPr>
      <p:sp>
        <p:nvSpPr>
          <p:cNvPr id="62" name="Google Shape;62;p14"/>
          <p:cNvSpPr txBox="1"/>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990"/>
              <a:buNone/>
            </a:pPr>
            <a:r>
              <a:rPr lang="en-US" sz="2920" b="1" u="sng">
                <a:latin typeface="Times New Roman" panose="02020603050405020304"/>
                <a:ea typeface="Times New Roman" panose="02020603050405020304"/>
                <a:cs typeface="Times New Roman" panose="02020603050405020304"/>
                <a:sym typeface="Times New Roman" panose="02020603050405020304"/>
              </a:rPr>
              <a:t>Table Of Contents</a:t>
            </a:r>
            <a:endParaRPr sz="2920" b="1" u="sng">
              <a:latin typeface="Times New Roman" panose="02020603050405020304"/>
              <a:ea typeface="Times New Roman" panose="02020603050405020304"/>
              <a:cs typeface="Times New Roman" panose="02020603050405020304"/>
              <a:sym typeface="Times New Roman" panose="02020603050405020304"/>
            </a:endParaRPr>
          </a:p>
        </p:txBody>
      </p:sp>
      <p:sp>
        <p:nvSpPr>
          <p:cNvPr id="63" name="Google Shape;63;p14"/>
          <p:cNvSpPr txBox="1"/>
          <p:nvPr>
            <p:ph type="body" idx="1"/>
          </p:nvPr>
        </p:nvSpPr>
        <p:spPr>
          <a:xfrm>
            <a:off x="311700" y="1152475"/>
            <a:ext cx="5382900" cy="3919800"/>
          </a:xfrm>
          <a:prstGeom prst="rect">
            <a:avLst/>
          </a:prstGeom>
          <a:noFill/>
          <a:ln>
            <a:noFill/>
          </a:ln>
        </p:spPr>
        <p:txBody>
          <a:bodyPr spcFirstLastPara="1" wrap="square" lIns="91425" tIns="91425" rIns="91425" bIns="91425" anchor="t" anchorCtr="0">
            <a:noAutofit/>
          </a:bodyPr>
          <a:lstStyle/>
          <a:p>
            <a:pPr marL="457200" lvl="0" indent="-330200" algn="just" rtl="0">
              <a:lnSpc>
                <a:spcPct val="150000"/>
              </a:lnSpc>
              <a:spcBef>
                <a:spcPts val="0"/>
              </a:spcBef>
              <a:spcAft>
                <a:spcPts val="0"/>
              </a:spcAft>
              <a:buClr>
                <a:schemeClr val="dk1"/>
              </a:buClr>
              <a:buSzPts val="1600"/>
              <a:buFont typeface="Times New Roman" panose="02020603050405020304"/>
              <a:buAutoNum type="arabicPeriod"/>
            </a:pPr>
            <a:r>
              <a:rPr lang="en-US" sz="2000">
                <a:solidFill>
                  <a:schemeClr val="dk1"/>
                </a:solidFill>
                <a:latin typeface="Times New Roman" panose="02020603050405020304"/>
                <a:ea typeface="Times New Roman" panose="02020603050405020304"/>
                <a:cs typeface="Times New Roman" panose="02020603050405020304"/>
                <a:sym typeface="Times New Roman" panose="02020603050405020304"/>
              </a:rPr>
              <a:t>Abstract</a:t>
            </a:r>
            <a:endParaRPr sz="20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457200" lvl="0" indent="-330200" algn="just" rtl="0">
              <a:lnSpc>
                <a:spcPct val="150000"/>
              </a:lnSpc>
              <a:spcBef>
                <a:spcPts val="0"/>
              </a:spcBef>
              <a:spcAft>
                <a:spcPts val="0"/>
              </a:spcAft>
              <a:buClr>
                <a:schemeClr val="dk1"/>
              </a:buClr>
              <a:buSzPts val="1600"/>
              <a:buFont typeface="Times New Roman" panose="02020603050405020304"/>
              <a:buAutoNum type="arabicPeriod"/>
            </a:pPr>
            <a:r>
              <a:rPr lang="en-US" sz="2000">
                <a:solidFill>
                  <a:schemeClr val="dk1"/>
                </a:solidFill>
                <a:latin typeface="Times New Roman" panose="02020603050405020304"/>
                <a:ea typeface="Times New Roman" panose="02020603050405020304"/>
                <a:cs typeface="Times New Roman" panose="02020603050405020304"/>
                <a:sym typeface="Times New Roman" panose="02020603050405020304"/>
              </a:rPr>
              <a:t>Introduction</a:t>
            </a:r>
            <a:endParaRPr sz="20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457200" lvl="0" indent="-330200" algn="just" rtl="0">
              <a:lnSpc>
                <a:spcPct val="150000"/>
              </a:lnSpc>
              <a:spcBef>
                <a:spcPts val="0"/>
              </a:spcBef>
              <a:spcAft>
                <a:spcPts val="0"/>
              </a:spcAft>
              <a:buClr>
                <a:schemeClr val="dk1"/>
              </a:buClr>
              <a:buSzPts val="1600"/>
              <a:buFont typeface="Times New Roman" panose="02020603050405020304"/>
              <a:buAutoNum type="arabicPeriod"/>
            </a:pPr>
            <a:r>
              <a:rPr lang="en-US" sz="2000">
                <a:solidFill>
                  <a:schemeClr val="dk1"/>
                </a:solidFill>
                <a:latin typeface="Times New Roman" panose="02020603050405020304"/>
                <a:ea typeface="Times New Roman" panose="02020603050405020304"/>
                <a:cs typeface="Times New Roman" panose="02020603050405020304"/>
                <a:sym typeface="Times New Roman" panose="02020603050405020304"/>
              </a:rPr>
              <a:t>Existing System</a:t>
            </a:r>
            <a:endParaRPr sz="20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457200" lvl="0" indent="-330200" algn="just" rtl="0">
              <a:lnSpc>
                <a:spcPct val="150000"/>
              </a:lnSpc>
              <a:spcBef>
                <a:spcPts val="0"/>
              </a:spcBef>
              <a:spcAft>
                <a:spcPts val="0"/>
              </a:spcAft>
              <a:buClr>
                <a:schemeClr val="dk1"/>
              </a:buClr>
              <a:buSzPts val="1600"/>
              <a:buFont typeface="Times New Roman" panose="02020603050405020304"/>
              <a:buAutoNum type="arabicPeriod"/>
            </a:pPr>
            <a:r>
              <a:rPr lang="en-US" sz="2000">
                <a:solidFill>
                  <a:schemeClr val="dk1"/>
                </a:solidFill>
                <a:latin typeface="Times New Roman" panose="02020603050405020304"/>
                <a:ea typeface="Times New Roman" panose="02020603050405020304"/>
                <a:cs typeface="Times New Roman" panose="02020603050405020304"/>
                <a:sym typeface="Times New Roman" panose="02020603050405020304"/>
              </a:rPr>
              <a:t>Disadvantages</a:t>
            </a:r>
            <a:endParaRPr sz="20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457200" lvl="0" indent="-330200" algn="just" rtl="0">
              <a:lnSpc>
                <a:spcPct val="150000"/>
              </a:lnSpc>
              <a:spcBef>
                <a:spcPts val="0"/>
              </a:spcBef>
              <a:spcAft>
                <a:spcPts val="0"/>
              </a:spcAft>
              <a:buClr>
                <a:schemeClr val="dk1"/>
              </a:buClr>
              <a:buSzPts val="1600"/>
              <a:buFont typeface="Times New Roman" panose="02020603050405020304"/>
              <a:buAutoNum type="arabicPeriod"/>
            </a:pPr>
            <a:r>
              <a:rPr lang="en-US" sz="2000">
                <a:solidFill>
                  <a:schemeClr val="dk1"/>
                </a:solidFill>
                <a:latin typeface="Times New Roman" panose="02020603050405020304"/>
                <a:ea typeface="Times New Roman" panose="02020603050405020304"/>
                <a:cs typeface="Times New Roman" panose="02020603050405020304"/>
                <a:sym typeface="Times New Roman" panose="02020603050405020304"/>
              </a:rPr>
              <a:t>Proposed System</a:t>
            </a:r>
            <a:endParaRPr sz="20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457200" lvl="0" indent="-330200" algn="just" rtl="0">
              <a:lnSpc>
                <a:spcPct val="150000"/>
              </a:lnSpc>
              <a:spcBef>
                <a:spcPts val="0"/>
              </a:spcBef>
              <a:spcAft>
                <a:spcPts val="0"/>
              </a:spcAft>
              <a:buClr>
                <a:schemeClr val="dk1"/>
              </a:buClr>
              <a:buSzPts val="1600"/>
              <a:buFont typeface="Times New Roman" panose="02020603050405020304"/>
              <a:buAutoNum type="arabicPeriod"/>
            </a:pPr>
            <a:r>
              <a:rPr lang="en-US" sz="2000">
                <a:solidFill>
                  <a:schemeClr val="dk1"/>
                </a:solidFill>
                <a:latin typeface="Times New Roman" panose="02020603050405020304"/>
                <a:ea typeface="Times New Roman" panose="02020603050405020304"/>
                <a:cs typeface="Times New Roman" panose="02020603050405020304"/>
                <a:sym typeface="Times New Roman" panose="02020603050405020304"/>
              </a:rPr>
              <a:t>Advantages</a:t>
            </a:r>
            <a:endParaRPr sz="20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457200" lvl="0" indent="-355600" algn="just" rtl="0">
              <a:lnSpc>
                <a:spcPct val="150000"/>
              </a:lnSpc>
              <a:spcBef>
                <a:spcPts val="0"/>
              </a:spcBef>
              <a:spcAft>
                <a:spcPts val="0"/>
              </a:spcAft>
              <a:buClr>
                <a:schemeClr val="dk1"/>
              </a:buClr>
              <a:buSzPts val="2000"/>
              <a:buFont typeface="Times New Roman" panose="02020603050405020304"/>
              <a:buAutoNum type="arabicPeriod"/>
            </a:pPr>
            <a:r>
              <a:rPr lang="en-US" sz="2000">
                <a:solidFill>
                  <a:schemeClr val="dk1"/>
                </a:solidFill>
                <a:latin typeface="Times New Roman" panose="02020603050405020304"/>
                <a:ea typeface="Times New Roman" panose="02020603050405020304"/>
                <a:cs typeface="Times New Roman" panose="02020603050405020304"/>
                <a:sym typeface="Times New Roman" panose="02020603050405020304"/>
              </a:rPr>
              <a:t>System Architecture</a:t>
            </a:r>
            <a:endParaRPr sz="20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457200" lvl="0" indent="-330200" algn="just" rtl="0">
              <a:lnSpc>
                <a:spcPct val="150000"/>
              </a:lnSpc>
              <a:spcBef>
                <a:spcPts val="0"/>
              </a:spcBef>
              <a:spcAft>
                <a:spcPts val="0"/>
              </a:spcAft>
              <a:buClr>
                <a:schemeClr val="dk1"/>
              </a:buClr>
              <a:buSzPts val="1600"/>
              <a:buFont typeface="Times New Roman" panose="02020603050405020304"/>
              <a:buAutoNum type="arabicPeriod"/>
            </a:pPr>
            <a:r>
              <a:rPr lang="en-US" sz="2000">
                <a:solidFill>
                  <a:schemeClr val="dk1"/>
                </a:solidFill>
                <a:latin typeface="Times New Roman" panose="02020603050405020304"/>
                <a:ea typeface="Times New Roman" panose="02020603050405020304"/>
                <a:cs typeface="Times New Roman" panose="02020603050405020304"/>
                <a:sym typeface="Times New Roman" panose="02020603050405020304"/>
              </a:rPr>
              <a:t>Hardware &amp; Software Requirements</a:t>
            </a:r>
            <a:endParaRPr sz="20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457200" lvl="0" indent="0" algn="just" rtl="0">
              <a:lnSpc>
                <a:spcPct val="150000"/>
              </a:lnSpc>
              <a:spcBef>
                <a:spcPts val="0"/>
              </a:spcBef>
              <a:spcAft>
                <a:spcPts val="0"/>
              </a:spcAft>
              <a:buNone/>
            </a:pPr>
            <a:endParaRPr sz="20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67" name="Shape 67"/>
        <p:cNvGrpSpPr/>
        <p:nvPr/>
      </p:nvGrpSpPr>
      <p:grpSpPr>
        <a:xfrm>
          <a:off x="0" y="0"/>
          <a:ext cx="0" cy="0"/>
          <a:chOff x="0" y="0"/>
          <a:chExt cx="0" cy="0"/>
        </a:xfrm>
      </p:grpSpPr>
      <p:sp>
        <p:nvSpPr>
          <p:cNvPr id="68" name="Google Shape;68;p15"/>
          <p:cNvSpPr txBox="1"/>
          <p:nvPr>
            <p:ph type="title"/>
          </p:nvPr>
        </p:nvSpPr>
        <p:spPr>
          <a:xfrm>
            <a:off x="260200" y="253725"/>
            <a:ext cx="8520600" cy="572700"/>
          </a:xfrm>
          <a:prstGeom prst="rect">
            <a:avLst/>
          </a:prstGeom>
          <a:noFill/>
          <a:ln>
            <a:noFill/>
          </a:ln>
        </p:spPr>
        <p:txBody>
          <a:bodyPr spcFirstLastPara="1" wrap="square" lIns="91425" tIns="91425" rIns="91425" bIns="91425" anchor="t" anchorCtr="0">
            <a:noAutofit/>
          </a:bodyPr>
          <a:lstStyle/>
          <a:p>
            <a:pPr marL="0" lvl="0" indent="0" algn="just" rtl="0">
              <a:lnSpc>
                <a:spcPct val="105000"/>
              </a:lnSpc>
              <a:spcBef>
                <a:spcPts val="0"/>
              </a:spcBef>
              <a:spcAft>
                <a:spcPts val="1200"/>
              </a:spcAft>
              <a:buSzPts val="2800"/>
              <a:buNone/>
            </a:pPr>
            <a:r>
              <a:rPr lang="en-US" sz="3300" b="1" u="sng">
                <a:solidFill>
                  <a:srgbClr val="000000"/>
                </a:solidFill>
                <a:latin typeface="Times New Roman" panose="02020603050405020304"/>
                <a:ea typeface="Times New Roman" panose="02020603050405020304"/>
                <a:cs typeface="Times New Roman" panose="02020603050405020304"/>
                <a:sym typeface="Times New Roman" panose="02020603050405020304"/>
              </a:rPr>
              <a:t>Introduction</a:t>
            </a:r>
            <a:endParaRPr sz="4100" b="1" u="sng">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69" name="Google Shape;69;p15"/>
          <p:cNvSpPr txBox="1"/>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p>
            <a:pPr marL="0" lvl="0" indent="0" algn="just" rtl="0">
              <a:lnSpc>
                <a:spcPct val="115000"/>
              </a:lnSpc>
              <a:spcBef>
                <a:spcPts val="0"/>
              </a:spcBef>
              <a:spcAft>
                <a:spcPts val="0"/>
              </a:spcAft>
              <a:buSzPts val="1946"/>
              <a:buNone/>
            </a:pPr>
            <a:r>
              <a:rPr lang="en-US">
                <a:solidFill>
                  <a:srgbClr val="000000"/>
                </a:solidFill>
                <a:latin typeface="Times New Roman" panose="02020603050405020304"/>
                <a:ea typeface="Times New Roman" panose="02020603050405020304"/>
                <a:cs typeface="Times New Roman" panose="02020603050405020304"/>
                <a:sym typeface="Times New Roman" panose="02020603050405020304"/>
              </a:rPr>
              <a:t>Improper waste management is a big problem that harms both people’s health and the environment. In many places, waste is still sorted by hand, which takes a lot of time, is not clean, and often goes wrong. To fix this, we created a Smart Garbage Segregation Mobile App that uses artificial intelligence to detect and classify waste. People can just take or upload a photo of their waste, and the app will tell if it’s biodegradable or non-biodegradable. This helps people follow better waste disposal habits, avoid health risks, and protect the environment. The app supports (Good Health and Well-Being) and   (Climate Action), making daily life cleaner and more eco-friendly.</a:t>
            </a:r>
            <a:endParaRPr>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73" name="Shape 73"/>
        <p:cNvGrpSpPr/>
        <p:nvPr/>
      </p:nvGrpSpPr>
      <p:grpSpPr>
        <a:xfrm>
          <a:off x="0" y="0"/>
          <a:ext cx="0" cy="0"/>
          <a:chOff x="0" y="0"/>
          <a:chExt cx="0" cy="0"/>
        </a:xfrm>
      </p:grpSpPr>
      <p:sp>
        <p:nvSpPr>
          <p:cNvPr id="74" name="Google Shape;74;p16"/>
          <p:cNvSpPr txBox="1"/>
          <p:nvPr>
            <p:ph type="title"/>
          </p:nvPr>
        </p:nvSpPr>
        <p:spPr>
          <a:xfrm>
            <a:off x="385300" y="180125"/>
            <a:ext cx="8520600" cy="572700"/>
          </a:xfrm>
          <a:prstGeom prst="rect">
            <a:avLst/>
          </a:prstGeom>
          <a:noFill/>
          <a:ln>
            <a:noFill/>
          </a:ln>
        </p:spPr>
        <p:txBody>
          <a:bodyPr spcFirstLastPara="1" wrap="square" lIns="91425" tIns="91425" rIns="91425" bIns="91425" anchor="t" anchorCtr="0">
            <a:noAutofit/>
          </a:bodyPr>
          <a:lstStyle/>
          <a:p>
            <a:pPr marL="0" lvl="0" indent="0" algn="just" rtl="0">
              <a:lnSpc>
                <a:spcPct val="105000"/>
              </a:lnSpc>
              <a:spcBef>
                <a:spcPts val="0"/>
              </a:spcBef>
              <a:spcAft>
                <a:spcPts val="1200"/>
              </a:spcAft>
              <a:buSzPts val="2800"/>
              <a:buNone/>
            </a:pPr>
            <a:r>
              <a:rPr lang="en-US" sz="3200" b="1" u="sng">
                <a:solidFill>
                  <a:srgbClr val="000000"/>
                </a:solidFill>
                <a:latin typeface="Times New Roman" panose="02020603050405020304"/>
                <a:ea typeface="Times New Roman" panose="02020603050405020304"/>
                <a:cs typeface="Times New Roman" panose="02020603050405020304"/>
                <a:sym typeface="Times New Roman" panose="02020603050405020304"/>
              </a:rPr>
              <a:t>Abstract</a:t>
            </a:r>
            <a:endParaRPr sz="3200" b="1" u="sng">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75" name="Google Shape;75;p16"/>
          <p:cNvSpPr txBox="1"/>
          <p:nvPr>
            <p:ph type="body" idx="1"/>
          </p:nvPr>
        </p:nvSpPr>
        <p:spPr>
          <a:xfrm>
            <a:off x="311700" y="1168396"/>
            <a:ext cx="8520600" cy="3416400"/>
          </a:xfrm>
          <a:prstGeom prst="rect">
            <a:avLst/>
          </a:prstGeom>
          <a:noFill/>
          <a:ln>
            <a:noFill/>
          </a:ln>
        </p:spPr>
        <p:txBody>
          <a:bodyPr spcFirstLastPara="1" wrap="square" lIns="91425" tIns="91425" rIns="91425" bIns="91425" anchor="t" anchorCtr="0">
            <a:noAutofit/>
          </a:bodyPr>
          <a:lstStyle/>
          <a:p>
            <a:pPr marL="0" lvl="0" indent="0" algn="just" rtl="0">
              <a:lnSpc>
                <a:spcPct val="115000"/>
              </a:lnSpc>
              <a:spcBef>
                <a:spcPts val="0"/>
              </a:spcBef>
              <a:spcAft>
                <a:spcPts val="1200"/>
              </a:spcAft>
              <a:buSzPts val="1800"/>
              <a:buNone/>
            </a:pPr>
            <a:r>
              <a:rPr lang="en-US">
                <a:solidFill>
                  <a:srgbClr val="000000"/>
                </a:solidFill>
                <a:latin typeface="Times New Roman" panose="02020603050405020304"/>
                <a:ea typeface="Times New Roman" panose="02020603050405020304"/>
                <a:cs typeface="Times New Roman" panose="02020603050405020304"/>
                <a:sym typeface="Times New Roman" panose="02020603050405020304"/>
              </a:rPr>
              <a:t>The Smart Garbage Segregation Mobile App is a simple and helpful tool that uses </a:t>
            </a:r>
            <a:r>
              <a:rPr lang="en-US" b="1">
                <a:solidFill>
                  <a:srgbClr val="000000"/>
                </a:solidFill>
                <a:latin typeface="Times New Roman" panose="02020603050405020304"/>
                <a:ea typeface="Times New Roman" panose="02020603050405020304"/>
                <a:cs typeface="Times New Roman" panose="02020603050405020304"/>
                <a:sym typeface="Times New Roman" panose="02020603050405020304"/>
              </a:rPr>
              <a:t>artificial intelligence</a:t>
            </a:r>
            <a:r>
              <a:rPr lang="en-US">
                <a:solidFill>
                  <a:srgbClr val="000000"/>
                </a:solidFill>
                <a:latin typeface="Times New Roman" panose="02020603050405020304"/>
                <a:ea typeface="Times New Roman" panose="02020603050405020304"/>
                <a:cs typeface="Times New Roman" panose="02020603050405020304"/>
                <a:sym typeface="Times New Roman" panose="02020603050405020304"/>
              </a:rPr>
              <a:t> to </a:t>
            </a:r>
            <a:r>
              <a:rPr lang="en-US" b="1">
                <a:solidFill>
                  <a:srgbClr val="000000"/>
                </a:solidFill>
                <a:latin typeface="Times New Roman" panose="02020603050405020304"/>
                <a:ea typeface="Times New Roman" panose="02020603050405020304"/>
                <a:cs typeface="Times New Roman" panose="02020603050405020304"/>
                <a:sym typeface="Times New Roman" panose="02020603050405020304"/>
              </a:rPr>
              <a:t>identify waste</a:t>
            </a:r>
            <a:r>
              <a:rPr lang="en-US">
                <a:solidFill>
                  <a:srgbClr val="000000"/>
                </a:solidFill>
                <a:latin typeface="Times New Roman" panose="02020603050405020304"/>
                <a:ea typeface="Times New Roman" panose="02020603050405020304"/>
                <a:cs typeface="Times New Roman" panose="02020603050405020304"/>
                <a:sym typeface="Times New Roman" panose="02020603050405020304"/>
              </a:rPr>
              <a:t>. Users can take or </a:t>
            </a:r>
            <a:r>
              <a:rPr lang="en-US" b="1">
                <a:solidFill>
                  <a:srgbClr val="000000"/>
                </a:solidFill>
                <a:latin typeface="Times New Roman" panose="02020603050405020304"/>
                <a:ea typeface="Times New Roman" panose="02020603050405020304"/>
                <a:cs typeface="Times New Roman" panose="02020603050405020304"/>
                <a:sym typeface="Times New Roman" panose="02020603050405020304"/>
              </a:rPr>
              <a:t>upload a photo </a:t>
            </a:r>
            <a:r>
              <a:rPr lang="en-US">
                <a:solidFill>
                  <a:srgbClr val="000000"/>
                </a:solidFill>
                <a:latin typeface="Times New Roman" panose="02020603050405020304"/>
                <a:ea typeface="Times New Roman" panose="02020603050405020304"/>
                <a:cs typeface="Times New Roman" panose="02020603050405020304"/>
                <a:sym typeface="Times New Roman" panose="02020603050405020304"/>
              </a:rPr>
              <a:t>of a waste item, and the app will tell whether it is biodegradable or non-biodegradable. This helps people throw away waste properly without touching or sorting it by hand. It supports good health by reducing contact with harmful waste and also helps protect the environment by promoting better recycling and reducing garbage in landfills. In this way, the app supports both  </a:t>
            </a:r>
            <a:r>
              <a:rPr lang="en-US" b="1">
                <a:solidFill>
                  <a:srgbClr val="000000"/>
                </a:solidFill>
                <a:latin typeface="Times New Roman" panose="02020603050405020304"/>
                <a:ea typeface="Times New Roman" panose="02020603050405020304"/>
                <a:cs typeface="Times New Roman" panose="02020603050405020304"/>
                <a:sym typeface="Times New Roman" panose="02020603050405020304"/>
              </a:rPr>
              <a:t>(Good Health and Well-Being(3))</a:t>
            </a:r>
            <a:r>
              <a:rPr lang="en-US">
                <a:solidFill>
                  <a:srgbClr val="000000"/>
                </a:solidFill>
                <a:latin typeface="Times New Roman" panose="02020603050405020304"/>
                <a:ea typeface="Times New Roman" panose="02020603050405020304"/>
                <a:cs typeface="Times New Roman" panose="02020603050405020304"/>
                <a:sym typeface="Times New Roman" panose="02020603050405020304"/>
              </a:rPr>
              <a:t> and  </a:t>
            </a:r>
            <a:r>
              <a:rPr lang="en-US" b="1">
                <a:solidFill>
                  <a:srgbClr val="000000"/>
                </a:solidFill>
                <a:latin typeface="Times New Roman" panose="02020603050405020304"/>
                <a:ea typeface="Times New Roman" panose="02020603050405020304"/>
                <a:cs typeface="Times New Roman" panose="02020603050405020304"/>
                <a:sym typeface="Times New Roman" panose="02020603050405020304"/>
              </a:rPr>
              <a:t>(Climate Action(13))</a:t>
            </a:r>
            <a:r>
              <a:rPr lang="en-US">
                <a:solidFill>
                  <a:srgbClr val="000000"/>
                </a:solidFill>
                <a:latin typeface="Times New Roman" panose="02020603050405020304"/>
                <a:ea typeface="Times New Roman" panose="02020603050405020304"/>
                <a:cs typeface="Times New Roman" panose="02020603050405020304"/>
                <a:sym typeface="Times New Roman" panose="02020603050405020304"/>
              </a:rPr>
              <a:t>. It encourages people to be more responsible with their waste. This small step can lead to a cleaner and healthier future for all.</a:t>
            </a:r>
            <a:endParaRPr>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79" name="Shape 79"/>
        <p:cNvGrpSpPr/>
        <p:nvPr/>
      </p:nvGrpSpPr>
      <p:grpSpPr>
        <a:xfrm>
          <a:off x="0" y="0"/>
          <a:ext cx="0" cy="0"/>
          <a:chOff x="0" y="0"/>
          <a:chExt cx="0" cy="0"/>
        </a:xfrm>
      </p:grpSpPr>
      <p:sp>
        <p:nvSpPr>
          <p:cNvPr id="80" name="Google Shape;80;p17"/>
          <p:cNvSpPr txBox="1"/>
          <p:nvPr>
            <p:ph type="title"/>
          </p:nvPr>
        </p:nvSpPr>
        <p:spPr>
          <a:xfrm>
            <a:off x="311700" y="268020"/>
            <a:ext cx="8520600" cy="572700"/>
          </a:xfrm>
          <a:prstGeom prst="rect">
            <a:avLst/>
          </a:prstGeom>
          <a:noFill/>
          <a:ln>
            <a:noFill/>
          </a:ln>
        </p:spPr>
        <p:txBody>
          <a:bodyPr spcFirstLastPara="1" wrap="square" lIns="91425" tIns="91425" rIns="91425" bIns="91425" anchor="t" anchorCtr="0">
            <a:noAutofit/>
          </a:bodyPr>
          <a:lstStyle/>
          <a:p>
            <a:pPr marL="0" lvl="0" indent="0" algn="just" rtl="0">
              <a:lnSpc>
                <a:spcPct val="105000"/>
              </a:lnSpc>
              <a:spcBef>
                <a:spcPts val="0"/>
              </a:spcBef>
              <a:spcAft>
                <a:spcPts val="1200"/>
              </a:spcAft>
              <a:buSzPts val="2800"/>
              <a:buNone/>
            </a:pPr>
            <a:r>
              <a:rPr lang="en-US" sz="3200" b="1" u="sng">
                <a:latin typeface="Times New Roman" panose="02020603050405020304"/>
                <a:ea typeface="Times New Roman" panose="02020603050405020304"/>
                <a:cs typeface="Times New Roman" panose="02020603050405020304"/>
                <a:sym typeface="Times New Roman" panose="02020603050405020304"/>
              </a:rPr>
              <a:t>Existing System</a:t>
            </a:r>
            <a:endParaRPr sz="3200" b="1" u="sng">
              <a:latin typeface="Times New Roman" panose="02020603050405020304"/>
              <a:ea typeface="Times New Roman" panose="02020603050405020304"/>
              <a:cs typeface="Times New Roman" panose="02020603050405020304"/>
              <a:sym typeface="Times New Roman" panose="02020603050405020304"/>
            </a:endParaRPr>
          </a:p>
        </p:txBody>
      </p:sp>
      <p:sp>
        <p:nvSpPr>
          <p:cNvPr id="81" name="Google Shape;81;p17"/>
          <p:cNvSpPr txBox="1"/>
          <p:nvPr>
            <p:ph type="body" idx="1"/>
          </p:nvPr>
        </p:nvSpPr>
        <p:spPr>
          <a:xfrm>
            <a:off x="177886" y="1112302"/>
            <a:ext cx="8520600" cy="4113300"/>
          </a:xfrm>
          <a:prstGeom prst="rect">
            <a:avLst/>
          </a:prstGeom>
          <a:noFill/>
          <a:ln>
            <a:noFill/>
          </a:ln>
        </p:spPr>
        <p:txBody>
          <a:bodyPr spcFirstLastPara="1" wrap="square" lIns="91425" tIns="91425" rIns="91425" bIns="91425" anchor="t" anchorCtr="0">
            <a:noAutofit/>
          </a:bodyPr>
          <a:lstStyle/>
          <a:p>
            <a:pPr marL="457200" lvl="0" indent="-349250" algn="just" rtl="0">
              <a:lnSpc>
                <a:spcPct val="150000"/>
              </a:lnSpc>
              <a:spcBef>
                <a:spcPts val="0"/>
              </a:spcBef>
              <a:spcAft>
                <a:spcPts val="0"/>
              </a:spcAft>
              <a:buClr>
                <a:srgbClr val="000000"/>
              </a:buClr>
              <a:buSzPts val="1900"/>
              <a:buChar char="●"/>
            </a:pPr>
            <a:r>
              <a:rPr lang="en-US" sz="1900">
                <a:solidFill>
                  <a:srgbClr val="000000"/>
                </a:solidFill>
                <a:latin typeface="Times New Roman" panose="02020603050405020304"/>
                <a:ea typeface="Times New Roman" panose="02020603050405020304"/>
                <a:cs typeface="Times New Roman" panose="02020603050405020304"/>
                <a:sym typeface="Times New Roman" panose="02020603050405020304"/>
              </a:rPr>
              <a:t>In most homes and public places, waste is sorted manually by people or sanitation workers.</a:t>
            </a:r>
            <a:endParaRPr lang="en-US" sz="190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457200" lvl="0" indent="-349250" algn="just" rtl="0">
              <a:lnSpc>
                <a:spcPct val="150000"/>
              </a:lnSpc>
              <a:spcBef>
                <a:spcPts val="0"/>
              </a:spcBef>
              <a:spcAft>
                <a:spcPts val="0"/>
              </a:spcAft>
              <a:buClr>
                <a:srgbClr val="000000"/>
              </a:buClr>
              <a:buSzPts val="1900"/>
              <a:buChar char="●"/>
            </a:pPr>
            <a:r>
              <a:rPr lang="en-US" sz="1900">
                <a:solidFill>
                  <a:srgbClr val="000000"/>
                </a:solidFill>
                <a:latin typeface="Times New Roman" panose="02020603050405020304"/>
                <a:ea typeface="Times New Roman" panose="02020603050405020304"/>
                <a:cs typeface="Times New Roman" panose="02020603050405020304"/>
                <a:sym typeface="Times New Roman" panose="02020603050405020304"/>
              </a:rPr>
              <a:t>Many people don’t know the importance of separating biodegradable, recyclable, and hazardous waste.</a:t>
            </a:r>
            <a:endParaRPr lang="en-US" sz="190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457200" lvl="0" indent="-349250" algn="just" rtl="0">
              <a:lnSpc>
                <a:spcPct val="150000"/>
              </a:lnSpc>
              <a:spcBef>
                <a:spcPts val="0"/>
              </a:spcBef>
              <a:spcAft>
                <a:spcPts val="0"/>
              </a:spcAft>
              <a:buClr>
                <a:srgbClr val="000000"/>
              </a:buClr>
              <a:buSzPts val="1900"/>
              <a:buChar char="●"/>
            </a:pPr>
            <a:r>
              <a:rPr lang="en-US" sz="1900">
                <a:solidFill>
                  <a:srgbClr val="000000"/>
                </a:solidFill>
                <a:latin typeface="Times New Roman" panose="02020603050405020304"/>
                <a:ea typeface="Times New Roman" panose="02020603050405020304"/>
                <a:cs typeface="Times New Roman" panose="02020603050405020304"/>
                <a:sym typeface="Times New Roman" panose="02020603050405020304"/>
              </a:rPr>
              <a:t>Waste is often dumped together, leading to mixing of medical, plastic, and organic waste.</a:t>
            </a:r>
            <a:endParaRPr lang="en-US" sz="190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457200" lvl="0" indent="-349250" algn="just" rtl="0">
              <a:lnSpc>
                <a:spcPct val="150000"/>
              </a:lnSpc>
              <a:spcBef>
                <a:spcPts val="0"/>
              </a:spcBef>
              <a:spcAft>
                <a:spcPts val="0"/>
              </a:spcAft>
              <a:buClr>
                <a:srgbClr val="000000"/>
              </a:buClr>
              <a:buSzPts val="1900"/>
              <a:buChar char="●"/>
            </a:pPr>
            <a:r>
              <a:rPr lang="en-US" sz="1900">
                <a:solidFill>
                  <a:srgbClr val="000000"/>
                </a:solidFill>
                <a:latin typeface="Times New Roman" panose="02020603050405020304"/>
                <a:ea typeface="Times New Roman" panose="02020603050405020304"/>
                <a:cs typeface="Times New Roman" panose="02020603050405020304"/>
                <a:sym typeface="Times New Roman" panose="02020603050405020304"/>
              </a:rPr>
              <a:t>Mixed waste can spread infections, attract pests, and pollute air, water, and soil.It becomes hard to recycle mixed waste, causing loss of useful materials</a:t>
            </a:r>
            <a:endParaRPr lang="en-US" sz="190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85" name="Shape 85"/>
        <p:cNvGrpSpPr/>
        <p:nvPr/>
      </p:nvGrpSpPr>
      <p:grpSpPr>
        <a:xfrm>
          <a:off x="0" y="0"/>
          <a:ext cx="0" cy="0"/>
          <a:chOff x="0" y="0"/>
          <a:chExt cx="0" cy="0"/>
        </a:xfrm>
      </p:grpSpPr>
      <p:sp>
        <p:nvSpPr>
          <p:cNvPr id="86" name="Google Shape;86;p18"/>
          <p:cNvSpPr txBox="1"/>
          <p:nvPr>
            <p:ph type="title"/>
          </p:nvPr>
        </p:nvSpPr>
        <p:spPr>
          <a:xfrm>
            <a:off x="526750" y="312625"/>
            <a:ext cx="7011300" cy="572700"/>
          </a:xfrm>
          <a:prstGeom prst="rect">
            <a:avLst/>
          </a:prstGeom>
          <a:noFill/>
          <a:ln>
            <a:noFill/>
          </a:ln>
        </p:spPr>
        <p:txBody>
          <a:bodyPr spcFirstLastPara="1" wrap="square" lIns="91425" tIns="91425" rIns="91425" bIns="91425" anchor="t" anchorCtr="0">
            <a:noAutofit/>
          </a:bodyPr>
          <a:lstStyle/>
          <a:p>
            <a:pPr marL="0" lvl="0" indent="0" algn="just" rtl="0">
              <a:lnSpc>
                <a:spcPct val="105000"/>
              </a:lnSpc>
              <a:spcBef>
                <a:spcPts val="0"/>
              </a:spcBef>
              <a:spcAft>
                <a:spcPts val="0"/>
              </a:spcAft>
              <a:buSzPts val="990"/>
              <a:buNone/>
            </a:pPr>
            <a:r>
              <a:rPr lang="en-US" sz="3200" b="1" u="sng">
                <a:latin typeface="Times New Roman" panose="02020603050405020304"/>
                <a:ea typeface="Times New Roman" panose="02020603050405020304"/>
                <a:cs typeface="Times New Roman" panose="02020603050405020304"/>
                <a:sym typeface="Times New Roman" panose="02020603050405020304"/>
              </a:rPr>
              <a:t>Disadvantages</a:t>
            </a:r>
            <a:endParaRPr sz="3200" b="1" u="sng">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lnSpc>
                <a:spcPct val="100000"/>
              </a:lnSpc>
              <a:spcBef>
                <a:spcPts val="1200"/>
              </a:spcBef>
              <a:spcAft>
                <a:spcPts val="0"/>
              </a:spcAft>
              <a:buSzPts val="990"/>
              <a:buNone/>
            </a:pPr>
            <a:endParaRPr sz="3200" b="1" u="sng">
              <a:latin typeface="Times New Roman" panose="02020603050405020304"/>
              <a:ea typeface="Times New Roman" panose="02020603050405020304"/>
              <a:cs typeface="Times New Roman" panose="02020603050405020304"/>
              <a:sym typeface="Times New Roman" panose="02020603050405020304"/>
            </a:endParaRPr>
          </a:p>
        </p:txBody>
      </p:sp>
      <p:sp>
        <p:nvSpPr>
          <p:cNvPr id="87" name="Google Shape;87;p18"/>
          <p:cNvSpPr txBox="1"/>
          <p:nvPr>
            <p:ph type="body" idx="1"/>
          </p:nvPr>
        </p:nvSpPr>
        <p:spPr>
          <a:xfrm>
            <a:off x="526750" y="1371421"/>
            <a:ext cx="8617200" cy="2247300"/>
          </a:xfrm>
          <a:prstGeom prst="rect">
            <a:avLst/>
          </a:prstGeom>
          <a:noFill/>
          <a:ln>
            <a:noFill/>
          </a:ln>
        </p:spPr>
        <p:txBody>
          <a:bodyPr spcFirstLastPara="1" wrap="square" lIns="91425" tIns="45700" rIns="91425" bIns="45700" anchor="ctr" anchorCtr="0">
            <a:spAutoFit/>
          </a:bodyPr>
          <a:lstStyle/>
          <a:p>
            <a:pPr marL="0" marR="0" lvl="0" indent="-127000" algn="l" rtl="0">
              <a:lnSpc>
                <a:spcPct val="150000"/>
              </a:lnSpc>
              <a:spcBef>
                <a:spcPts val="0"/>
              </a:spcBef>
              <a:spcAft>
                <a:spcPts val="0"/>
              </a:spcAft>
              <a:buClr>
                <a:schemeClr val="dk1"/>
              </a:buClr>
              <a:buSzPts val="2000"/>
              <a:buFont typeface="Times New Roman" panose="02020603050405020304"/>
              <a:buChar char="•"/>
            </a:pPr>
            <a:r>
              <a:rPr lang="en-US" sz="20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Valuable materials (plastic, paper, metal) are lost due to mixing.</a:t>
            </a:r>
            <a:endParaRPr lang="en-US" sz="20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127000" algn="l" rtl="0">
              <a:lnSpc>
                <a:spcPct val="150000"/>
              </a:lnSpc>
              <a:spcBef>
                <a:spcPts val="0"/>
              </a:spcBef>
              <a:spcAft>
                <a:spcPts val="0"/>
              </a:spcAft>
              <a:buClr>
                <a:schemeClr val="dk1"/>
              </a:buClr>
              <a:buSzPts val="2000"/>
              <a:buFont typeface="Times New Roman" panose="02020603050405020304"/>
              <a:buChar char="•"/>
            </a:pPr>
            <a:r>
              <a:rPr lang="en-US" sz="20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Harmful gases like methane are released, causing air pollution.</a:t>
            </a:r>
            <a:endParaRPr lang="en-US" sz="20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127000" algn="l" rtl="0">
              <a:lnSpc>
                <a:spcPct val="150000"/>
              </a:lnSpc>
              <a:spcBef>
                <a:spcPts val="0"/>
              </a:spcBef>
              <a:spcAft>
                <a:spcPts val="0"/>
              </a:spcAft>
              <a:buClr>
                <a:schemeClr val="dk1"/>
              </a:buClr>
              <a:buSzPts val="2000"/>
              <a:buFont typeface="Times New Roman" panose="02020603050405020304"/>
              <a:buChar char="•"/>
            </a:pPr>
            <a:r>
              <a:rPr lang="en-US" sz="20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Hazardous waste endangers workers and nearby communities.</a:t>
            </a:r>
            <a:endParaRPr lang="en-US" sz="20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127000" algn="l" rtl="0">
              <a:lnSpc>
                <a:spcPct val="150000"/>
              </a:lnSpc>
              <a:spcBef>
                <a:spcPts val="0"/>
              </a:spcBef>
              <a:spcAft>
                <a:spcPts val="0"/>
              </a:spcAft>
              <a:buClr>
                <a:schemeClr val="dk1"/>
              </a:buClr>
              <a:buSzPts val="2000"/>
              <a:buFont typeface="Times New Roman" panose="02020603050405020304"/>
              <a:buChar char="•"/>
            </a:pPr>
            <a:r>
              <a:rPr lang="en-US" sz="20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Manual sorting is slow and inefficient.</a:t>
            </a:r>
            <a:endParaRPr lang="en-US" sz="20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127000" algn="l" rtl="0">
              <a:lnSpc>
                <a:spcPct val="150000"/>
              </a:lnSpc>
              <a:spcBef>
                <a:spcPts val="0"/>
              </a:spcBef>
              <a:spcAft>
                <a:spcPts val="0"/>
              </a:spcAft>
              <a:buClr>
                <a:schemeClr val="dk1"/>
              </a:buClr>
              <a:buSzPts val="2000"/>
              <a:buFont typeface="Times New Roman" panose="02020603050405020304"/>
              <a:buChar char="•"/>
            </a:pPr>
            <a:r>
              <a:rPr lang="en-US" sz="20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High costs for large-scale manual waste separation.</a:t>
            </a:r>
            <a:endParaRPr lang="en-US" sz="20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91" name="Shape 91"/>
        <p:cNvGrpSpPr/>
        <p:nvPr/>
      </p:nvGrpSpPr>
      <p:grpSpPr>
        <a:xfrm>
          <a:off x="0" y="0"/>
          <a:ext cx="0" cy="0"/>
          <a:chOff x="0" y="0"/>
          <a:chExt cx="0" cy="0"/>
        </a:xfrm>
      </p:grpSpPr>
      <p:sp>
        <p:nvSpPr>
          <p:cNvPr id="92" name="Google Shape;92;p19"/>
          <p:cNvSpPr txBox="1"/>
          <p:nvPr>
            <p:ph type="title"/>
          </p:nvPr>
        </p:nvSpPr>
        <p:spPr>
          <a:xfrm>
            <a:off x="311700" y="200476"/>
            <a:ext cx="8520600" cy="572700"/>
          </a:xfrm>
          <a:prstGeom prst="rect">
            <a:avLst/>
          </a:prstGeom>
          <a:noFill/>
          <a:ln>
            <a:noFill/>
          </a:ln>
        </p:spPr>
        <p:txBody>
          <a:bodyPr spcFirstLastPara="1" wrap="square" lIns="91425" tIns="91425" rIns="91425" bIns="91425" anchor="t" anchorCtr="0">
            <a:noAutofit/>
          </a:bodyPr>
          <a:lstStyle/>
          <a:p>
            <a:pPr marL="0" lvl="0" indent="0" algn="just" rtl="0">
              <a:lnSpc>
                <a:spcPct val="105000"/>
              </a:lnSpc>
              <a:spcBef>
                <a:spcPts val="0"/>
              </a:spcBef>
              <a:spcAft>
                <a:spcPts val="0"/>
              </a:spcAft>
              <a:buSzPts val="990"/>
              <a:buNone/>
            </a:pPr>
            <a:r>
              <a:rPr lang="en-US" sz="3200" b="1" u="sng">
                <a:solidFill>
                  <a:srgbClr val="000000"/>
                </a:solidFill>
                <a:latin typeface="Times New Roman" panose="02020603050405020304"/>
                <a:ea typeface="Times New Roman" panose="02020603050405020304"/>
                <a:cs typeface="Times New Roman" panose="02020603050405020304"/>
                <a:sym typeface="Times New Roman" panose="02020603050405020304"/>
              </a:rPr>
              <a:t>Proposed System</a:t>
            </a:r>
            <a:endParaRPr sz="3200" b="1" u="sng">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l" rtl="0">
              <a:lnSpc>
                <a:spcPct val="100000"/>
              </a:lnSpc>
              <a:spcBef>
                <a:spcPts val="1200"/>
              </a:spcBef>
              <a:spcAft>
                <a:spcPts val="0"/>
              </a:spcAft>
              <a:buSzPts val="990"/>
              <a:buNone/>
            </a:pPr>
            <a:endParaRPr sz="3920" b="1" u="sng">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93" name="Google Shape;93;p19"/>
          <p:cNvSpPr txBox="1"/>
          <p:nvPr>
            <p:ph type="body" idx="1"/>
          </p:nvPr>
        </p:nvSpPr>
        <p:spPr>
          <a:xfrm>
            <a:off x="311701" y="1374851"/>
            <a:ext cx="8729100" cy="2247300"/>
          </a:xfrm>
          <a:prstGeom prst="rect">
            <a:avLst/>
          </a:prstGeom>
          <a:noFill/>
          <a:ln>
            <a:noFill/>
          </a:ln>
        </p:spPr>
        <p:txBody>
          <a:bodyPr spcFirstLastPara="1" wrap="square" lIns="91425" tIns="45700" rIns="91425" bIns="45700" anchor="ctr" anchorCtr="0">
            <a:spAutoFit/>
          </a:bodyPr>
          <a:lstStyle/>
          <a:p>
            <a:pPr marL="0" marR="0" lvl="0" indent="-127000" algn="l" rtl="0">
              <a:lnSpc>
                <a:spcPct val="150000"/>
              </a:lnSpc>
              <a:spcBef>
                <a:spcPts val="0"/>
              </a:spcBef>
              <a:spcAft>
                <a:spcPts val="0"/>
              </a:spcAft>
              <a:buClr>
                <a:schemeClr val="dk1"/>
              </a:buClr>
              <a:buSzPts val="2000"/>
              <a:buFont typeface="Times New Roman" panose="02020603050405020304"/>
              <a:buChar char="•"/>
            </a:pPr>
            <a:r>
              <a:rPr lang="en-US" sz="20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AI-based mobile app that </a:t>
            </a:r>
            <a:r>
              <a:rPr lang="en-US" sz="20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classifies waste from images</a:t>
            </a:r>
            <a:r>
              <a:rPr lang="en-US" sz="20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 uploaded by users..</a:t>
            </a:r>
            <a:endParaRPr lang="en-US" sz="20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127000" algn="l" rtl="0">
              <a:lnSpc>
                <a:spcPct val="150000"/>
              </a:lnSpc>
              <a:spcBef>
                <a:spcPts val="0"/>
              </a:spcBef>
              <a:spcAft>
                <a:spcPts val="0"/>
              </a:spcAft>
              <a:buClr>
                <a:schemeClr val="dk1"/>
              </a:buClr>
              <a:buSzPts val="2000"/>
              <a:buFont typeface="Times New Roman" panose="02020603050405020304"/>
              <a:buChar char="•"/>
            </a:pPr>
            <a:r>
              <a:rPr lang="en-US" sz="20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Supports </a:t>
            </a:r>
            <a:r>
              <a:rPr lang="en-US" sz="20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biodegradable, recyclable, and </a:t>
            </a:r>
            <a:r>
              <a:rPr lang="en-US" sz="2000" b="1">
                <a:solidFill>
                  <a:schemeClr val="dk1"/>
                </a:solidFill>
                <a:latin typeface="Times New Roman" panose="02020603050405020304"/>
                <a:ea typeface="Times New Roman" panose="02020603050405020304"/>
                <a:cs typeface="Times New Roman" panose="02020603050405020304"/>
                <a:sym typeface="Times New Roman" panose="02020603050405020304"/>
              </a:rPr>
              <a:t>poisonous </a:t>
            </a:r>
            <a:r>
              <a:rPr lang="en-US" sz="20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waste classification.</a:t>
            </a:r>
            <a:endParaRPr lang="en-US" sz="20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127000" algn="l" rtl="0">
              <a:lnSpc>
                <a:spcPct val="150000"/>
              </a:lnSpc>
              <a:spcBef>
                <a:spcPts val="0"/>
              </a:spcBef>
              <a:spcAft>
                <a:spcPts val="0"/>
              </a:spcAft>
              <a:buClr>
                <a:schemeClr val="dk1"/>
              </a:buClr>
              <a:buSzPts val="2000"/>
              <a:buFont typeface="Times New Roman" panose="02020603050405020304"/>
              <a:buChar char="•"/>
            </a:pPr>
            <a:r>
              <a:rPr lang="en-US" sz="20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Image preprocessing</a:t>
            </a:r>
            <a:r>
              <a:rPr lang="en-US" sz="20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 is automated for better accuracy and ease of use.</a:t>
            </a:r>
            <a:endParaRPr lang="en-US" sz="20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127000" algn="l" rtl="0">
              <a:lnSpc>
                <a:spcPct val="150000"/>
              </a:lnSpc>
              <a:spcBef>
                <a:spcPts val="0"/>
              </a:spcBef>
              <a:spcAft>
                <a:spcPts val="0"/>
              </a:spcAft>
              <a:buClr>
                <a:schemeClr val="dk1"/>
              </a:buClr>
              <a:buSzPts val="2000"/>
              <a:buFont typeface="Times New Roman" panose="02020603050405020304"/>
              <a:buChar char="•"/>
            </a:pPr>
            <a:r>
              <a:rPr lang="en-US" sz="20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Uses </a:t>
            </a:r>
            <a:r>
              <a:rPr lang="en-US" sz="20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lightweight ML models</a:t>
            </a:r>
            <a:r>
              <a:rPr lang="en-US" sz="20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 like MobileNet or TensorFlow Lite for fast results.</a:t>
            </a:r>
            <a:endParaRPr lang="en-US" sz="20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50000"/>
              </a:lnSpc>
              <a:spcBef>
                <a:spcPts val="0"/>
              </a:spcBef>
              <a:spcAft>
                <a:spcPts val="0"/>
              </a:spcAft>
              <a:buClr>
                <a:schemeClr val="dk1"/>
              </a:buClr>
              <a:buSzPts val="2000"/>
              <a:buNone/>
            </a:pPr>
            <a:r>
              <a:rPr lang="en-US" sz="20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a:t>
            </a:r>
            <a:endParaRPr lang="en-US" sz="20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97" name="Shape 97"/>
        <p:cNvGrpSpPr/>
        <p:nvPr/>
      </p:nvGrpSpPr>
      <p:grpSpPr>
        <a:xfrm>
          <a:off x="0" y="0"/>
          <a:ext cx="0" cy="0"/>
          <a:chOff x="0" y="0"/>
          <a:chExt cx="0" cy="0"/>
        </a:xfrm>
      </p:grpSpPr>
      <p:sp>
        <p:nvSpPr>
          <p:cNvPr id="98" name="Google Shape;98;p20"/>
          <p:cNvSpPr txBox="1"/>
          <p:nvPr>
            <p:ph type="title"/>
          </p:nvPr>
        </p:nvSpPr>
        <p:spPr>
          <a:xfrm>
            <a:off x="555600" y="414450"/>
            <a:ext cx="6532800" cy="572700"/>
          </a:xfrm>
          <a:prstGeom prst="rect">
            <a:avLst/>
          </a:prstGeom>
          <a:noFill/>
          <a:ln>
            <a:noFill/>
          </a:ln>
        </p:spPr>
        <p:txBody>
          <a:bodyPr spcFirstLastPara="1" wrap="square" lIns="91425" tIns="91425" rIns="91425" bIns="91425" anchor="t" anchorCtr="0">
            <a:noAutofit/>
          </a:bodyPr>
          <a:lstStyle/>
          <a:p>
            <a:pPr marL="0" lvl="0" indent="0" algn="just" rtl="0">
              <a:lnSpc>
                <a:spcPct val="105000"/>
              </a:lnSpc>
              <a:spcBef>
                <a:spcPts val="0"/>
              </a:spcBef>
              <a:spcAft>
                <a:spcPts val="1200"/>
              </a:spcAft>
              <a:buSzPts val="2800"/>
              <a:buNone/>
            </a:pPr>
            <a:r>
              <a:rPr lang="en-US" sz="3100" b="1" u="sng">
                <a:latin typeface="Times New Roman" panose="02020603050405020304"/>
                <a:ea typeface="Times New Roman" panose="02020603050405020304"/>
                <a:cs typeface="Times New Roman" panose="02020603050405020304"/>
                <a:sym typeface="Times New Roman" panose="02020603050405020304"/>
              </a:rPr>
              <a:t>Advantages</a:t>
            </a:r>
            <a:endParaRPr sz="3900" b="1" u="sng">
              <a:latin typeface="Times New Roman" panose="02020603050405020304"/>
              <a:ea typeface="Times New Roman" panose="02020603050405020304"/>
              <a:cs typeface="Times New Roman" panose="02020603050405020304"/>
              <a:sym typeface="Times New Roman" panose="02020603050405020304"/>
            </a:endParaRPr>
          </a:p>
        </p:txBody>
      </p:sp>
      <p:sp>
        <p:nvSpPr>
          <p:cNvPr id="99" name="Google Shape;99;p20"/>
          <p:cNvSpPr txBox="1"/>
          <p:nvPr>
            <p:ph type="body" idx="1"/>
          </p:nvPr>
        </p:nvSpPr>
        <p:spPr>
          <a:xfrm>
            <a:off x="555599" y="1371423"/>
            <a:ext cx="8520600" cy="2247300"/>
          </a:xfrm>
          <a:prstGeom prst="rect">
            <a:avLst/>
          </a:prstGeom>
          <a:noFill/>
          <a:ln>
            <a:noFill/>
          </a:ln>
        </p:spPr>
        <p:txBody>
          <a:bodyPr spcFirstLastPara="1" wrap="square" lIns="91425" tIns="45700" rIns="91425" bIns="45700" anchor="ctr" anchorCtr="0">
            <a:spAutoFit/>
          </a:bodyPr>
          <a:lstStyle/>
          <a:p>
            <a:pPr marL="0" marR="0" lvl="0" indent="-127000" algn="l" rtl="0">
              <a:lnSpc>
                <a:spcPct val="150000"/>
              </a:lnSpc>
              <a:spcBef>
                <a:spcPts val="0"/>
              </a:spcBef>
              <a:spcAft>
                <a:spcPts val="0"/>
              </a:spcAft>
              <a:buClr>
                <a:schemeClr val="dk1"/>
              </a:buClr>
              <a:buSzPts val="2000"/>
              <a:buFont typeface="Times New Roman" panose="02020603050405020304"/>
              <a:buChar char="•"/>
            </a:pPr>
            <a:r>
              <a:rPr lang="en-US" sz="20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High accuracy in classifying different types of waste.</a:t>
            </a:r>
            <a:endParaRPr lang="en-US" sz="20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127000" algn="l" rtl="0">
              <a:lnSpc>
                <a:spcPct val="150000"/>
              </a:lnSpc>
              <a:spcBef>
                <a:spcPts val="0"/>
              </a:spcBef>
              <a:spcAft>
                <a:spcPts val="0"/>
              </a:spcAft>
              <a:buClr>
                <a:schemeClr val="dk1"/>
              </a:buClr>
              <a:buSzPts val="2000"/>
              <a:buFont typeface="Times New Roman" panose="02020603050405020304"/>
              <a:buChar char="•"/>
            </a:pPr>
            <a:r>
              <a:rPr lang="en-US" sz="20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Reduces the need for manual sorting and human error.</a:t>
            </a:r>
            <a:endParaRPr lang="en-US" sz="20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127000" algn="l" rtl="0">
              <a:lnSpc>
                <a:spcPct val="150000"/>
              </a:lnSpc>
              <a:spcBef>
                <a:spcPts val="0"/>
              </a:spcBef>
              <a:spcAft>
                <a:spcPts val="0"/>
              </a:spcAft>
              <a:buClr>
                <a:schemeClr val="dk1"/>
              </a:buClr>
              <a:buSzPts val="2000"/>
              <a:buFont typeface="Times New Roman" panose="02020603050405020304"/>
              <a:buChar char="•"/>
            </a:pPr>
            <a:r>
              <a:rPr lang="en-US" sz="20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Fast waste identification and response time.</a:t>
            </a:r>
            <a:endParaRPr lang="en-US" sz="20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127000" algn="l" rtl="0">
              <a:lnSpc>
                <a:spcPct val="150000"/>
              </a:lnSpc>
              <a:spcBef>
                <a:spcPts val="0"/>
              </a:spcBef>
              <a:spcAft>
                <a:spcPts val="0"/>
              </a:spcAft>
              <a:buClr>
                <a:schemeClr val="dk1"/>
              </a:buClr>
              <a:buSzPts val="2000"/>
              <a:buFont typeface="Times New Roman" panose="02020603050405020304"/>
              <a:buChar char="•"/>
            </a:pPr>
            <a:r>
              <a:rPr lang="en-US" sz="20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Easily accessible via mobile apps.</a:t>
            </a:r>
            <a:endParaRPr lang="en-US" sz="20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127000" algn="l" rtl="0">
              <a:lnSpc>
                <a:spcPct val="150000"/>
              </a:lnSpc>
              <a:spcBef>
                <a:spcPts val="0"/>
              </a:spcBef>
              <a:spcAft>
                <a:spcPts val="0"/>
              </a:spcAft>
              <a:buClr>
                <a:schemeClr val="dk1"/>
              </a:buClr>
              <a:buSzPts val="2000"/>
              <a:buFont typeface="Times New Roman" panose="02020603050405020304"/>
              <a:buChar char="•"/>
            </a:pPr>
            <a:r>
              <a:rPr lang="en-US" sz="20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Educates users about proper waste segregation.</a:t>
            </a:r>
            <a:endParaRPr lang="en-US" sz="20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03" name="Shape 103"/>
        <p:cNvGrpSpPr/>
        <p:nvPr/>
      </p:nvGrpSpPr>
      <p:grpSpPr>
        <a:xfrm>
          <a:off x="0" y="0"/>
          <a:ext cx="0" cy="0"/>
          <a:chOff x="0" y="0"/>
          <a:chExt cx="0" cy="0"/>
        </a:xfrm>
      </p:grpSpPr>
      <p:pic>
        <p:nvPicPr>
          <p:cNvPr id="104" name="Google Shape;104;p21" title="System Architecture.drawio (1).png"/>
          <p:cNvPicPr preferRelativeResize="0"/>
          <p:nvPr/>
        </p:nvPicPr>
        <p:blipFill>
          <a:blip r:embed="rId1"/>
          <a:stretch>
            <a:fillRect/>
          </a:stretch>
        </p:blipFill>
        <p:spPr>
          <a:xfrm>
            <a:off x="152400" y="152400"/>
            <a:ext cx="8576275" cy="483870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08" name="Shape 108"/>
        <p:cNvGrpSpPr/>
        <p:nvPr/>
      </p:nvGrpSpPr>
      <p:grpSpPr>
        <a:xfrm>
          <a:off x="0" y="0"/>
          <a:ext cx="0" cy="0"/>
          <a:chOff x="0" y="0"/>
          <a:chExt cx="0" cy="0"/>
        </a:xfrm>
      </p:grpSpPr>
      <p:sp>
        <p:nvSpPr>
          <p:cNvPr id="109" name="Google Shape;109;p22"/>
          <p:cNvSpPr txBox="1"/>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US" b="1"/>
              <a:t>Use Case</a:t>
            </a:r>
            <a:r>
              <a:rPr lang="en-US" b="1"/>
              <a:t> Diagram</a:t>
            </a:r>
            <a:endParaRPr b="1"/>
          </a:p>
        </p:txBody>
      </p:sp>
      <p:pic>
        <p:nvPicPr>
          <p:cNvPr id="110" name="Google Shape;110;p22" title="Gemini_Generated_Image_1vd2oz1vd2oz1vd2.png"/>
          <p:cNvPicPr preferRelativeResize="0"/>
          <p:nvPr/>
        </p:nvPicPr>
        <p:blipFill rotWithShape="1">
          <a:blip r:embed="rId1"/>
          <a:srcRect t="9570" b="15128"/>
          <a:stretch>
            <a:fillRect/>
          </a:stretch>
        </p:blipFill>
        <p:spPr>
          <a:xfrm>
            <a:off x="1159900" y="1080900"/>
            <a:ext cx="7193901" cy="3969074"/>
          </a:xfrm>
          <a:prstGeom prst="rect">
            <a:avLst/>
          </a:prstGeom>
          <a:noFill/>
          <a:ln>
            <a:noFill/>
          </a:ln>
        </p:spPr>
      </p:pic>
      <p:cxnSp>
        <p:nvCxnSpPr>
          <p:cNvPr id="111" name="Google Shape;111;p22"/>
          <p:cNvCxnSpPr/>
          <p:nvPr/>
        </p:nvCxnSpPr>
        <p:spPr>
          <a:xfrm>
            <a:off x="3808125" y="5049975"/>
            <a:ext cx="2490300" cy="11100"/>
          </a:xfrm>
          <a:prstGeom prst="straightConnector1">
            <a:avLst/>
          </a:prstGeom>
          <a:noFill/>
          <a:ln w="28575" cap="flat" cmpd="sng">
            <a:solidFill>
              <a:schemeClr val="dk2"/>
            </a:solidFill>
            <a:prstDash val="solid"/>
            <a:round/>
            <a:headEnd type="none" w="med" len="med"/>
            <a:tailEnd type="none" w="med" len="med"/>
          </a:ln>
        </p:spPr>
      </p:cxn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15" name="Shape 115"/>
        <p:cNvGrpSpPr/>
        <p:nvPr/>
      </p:nvGrpSpPr>
      <p:grpSpPr>
        <a:xfrm>
          <a:off x="0" y="0"/>
          <a:ext cx="0" cy="0"/>
          <a:chOff x="0" y="0"/>
          <a:chExt cx="0" cy="0"/>
        </a:xfrm>
      </p:grpSpPr>
      <p:sp>
        <p:nvSpPr>
          <p:cNvPr id="116" name="Google Shape;116;p23"/>
          <p:cNvSpPr txBox="1"/>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US" b="1"/>
              <a:t>Class Diagram</a:t>
            </a:r>
            <a:endParaRPr b="1"/>
          </a:p>
        </p:txBody>
      </p:sp>
      <p:pic>
        <p:nvPicPr>
          <p:cNvPr id="117" name="Google Shape;117;p23" title="WhatsApp Image 2025-10-27 at 19.08.11.jpeg"/>
          <p:cNvPicPr preferRelativeResize="0"/>
          <p:nvPr/>
        </p:nvPicPr>
        <p:blipFill>
          <a:blip r:embed="rId1"/>
          <a:stretch>
            <a:fillRect/>
          </a:stretch>
        </p:blipFill>
        <p:spPr>
          <a:xfrm>
            <a:off x="980850" y="1017725"/>
            <a:ext cx="6937750" cy="3820975"/>
          </a:xfrm>
          <a:prstGeom prst="rect">
            <a:avLst/>
          </a:prstGeom>
          <a:noFill/>
          <a:ln>
            <a:noFill/>
          </a:ln>
        </p:spPr>
      </p:pic>
      <p:cxnSp>
        <p:nvCxnSpPr>
          <p:cNvPr id="1" name="Straight Arrow Connector 0"/>
          <p:cNvCxnSpPr/>
          <p:nvPr/>
        </p:nvCxnSpPr>
        <p:spPr>
          <a:xfrm flipV="1">
            <a:off x="2639695" y="4384675"/>
            <a:ext cx="687070" cy="7620"/>
          </a:xfrm>
          <a:prstGeom prst="straightConnector1">
            <a:avLst/>
          </a:prstGeom>
          <a:ln>
            <a:solidFill>
              <a:schemeClr val="tx1"/>
            </a:solidFill>
            <a:tailEnd type="arrow"/>
          </a:ln>
        </p:spPr>
        <p:style>
          <a:lnRef idx="2">
            <a:schemeClr val="accent1"/>
          </a:lnRef>
          <a:fillRef idx="0">
            <a:srgbClr val="FFFFFF"/>
          </a:fillRef>
          <a:effectRef idx="0">
            <a:srgbClr val="FFFFFF"/>
          </a:effectRef>
          <a:fontRef idx="minor">
            <a:schemeClr val="tx1"/>
          </a:fontRef>
        </p:style>
      </p:cxnSp>
      <p:cxnSp>
        <p:nvCxnSpPr>
          <p:cNvPr id="2" name="Straight Arrow Connector 1"/>
          <p:cNvCxnSpPr/>
          <p:nvPr/>
        </p:nvCxnSpPr>
        <p:spPr>
          <a:xfrm flipV="1">
            <a:off x="2639695" y="2924810"/>
            <a:ext cx="687070" cy="7620"/>
          </a:xfrm>
          <a:prstGeom prst="straightConnector1">
            <a:avLst/>
          </a:prstGeom>
          <a:ln>
            <a:solidFill>
              <a:schemeClr val="tx1"/>
            </a:solidFill>
            <a:tailEnd type="arrow"/>
          </a:ln>
        </p:spPr>
        <p:style>
          <a:lnRef idx="2">
            <a:schemeClr val="accent1"/>
          </a:lnRef>
          <a:fillRef idx="0">
            <a:srgbClr val="FFFFFF"/>
          </a:fillRef>
          <a:effectRef idx="0">
            <a:srgbClr val="FFFFFF"/>
          </a:effectRef>
          <a:fontRef idx="minor">
            <a:schemeClr val="tx1"/>
          </a:fontRef>
        </p:style>
      </p:cxnSp>
      <p:cxnSp>
        <p:nvCxnSpPr>
          <p:cNvPr id="4" name="Straight Arrow Connector 3"/>
          <p:cNvCxnSpPr/>
          <p:nvPr/>
        </p:nvCxnSpPr>
        <p:spPr>
          <a:xfrm>
            <a:off x="5989955" y="4273550"/>
            <a:ext cx="379095" cy="0"/>
          </a:xfrm>
          <a:prstGeom prst="straightConnector1">
            <a:avLst/>
          </a:prstGeom>
          <a:ln>
            <a:solidFill>
              <a:schemeClr val="tx1"/>
            </a:solidFill>
            <a:tailEnd type="arrow"/>
          </a:ln>
        </p:spPr>
        <p:style>
          <a:lnRef idx="2">
            <a:schemeClr val="accent1"/>
          </a:lnRef>
          <a:fillRef idx="0">
            <a:srgbClr val="FFFFFF"/>
          </a:fillRef>
          <a:effectRef idx="0">
            <a:srgbClr val="FFFFFF"/>
          </a:effectRef>
          <a:fontRef idx="minor">
            <a:schemeClr val="tx1"/>
          </a:fontRef>
        </p:style>
      </p:cxnSp>
      <p:cxnSp>
        <p:nvCxnSpPr>
          <p:cNvPr id="5" name="Straight Arrow Connector 4"/>
          <p:cNvCxnSpPr/>
          <p:nvPr/>
        </p:nvCxnSpPr>
        <p:spPr>
          <a:xfrm>
            <a:off x="4619625" y="1797050"/>
            <a:ext cx="379095" cy="0"/>
          </a:xfrm>
          <a:prstGeom prst="straightConnector1">
            <a:avLst/>
          </a:prstGeom>
          <a:ln>
            <a:solidFill>
              <a:schemeClr val="tx1"/>
            </a:solidFill>
            <a:tailEnd type="arrow"/>
          </a:ln>
        </p:spPr>
        <p:style>
          <a:lnRef idx="2">
            <a:schemeClr val="accent1"/>
          </a:lnRef>
          <a:fillRef idx="0">
            <a:srgbClr val="FFFFFF"/>
          </a:fillRef>
          <a:effectRef idx="0">
            <a:srgbClr val="FFFFFF"/>
          </a:effectRef>
          <a:fontRef idx="minor">
            <a:schemeClr val="tx1"/>
          </a:fontRef>
        </p:style>
      </p:cxnSp>
      <p:cxnSp>
        <p:nvCxnSpPr>
          <p:cNvPr id="6" name="Straight Arrow Connector 5"/>
          <p:cNvCxnSpPr/>
          <p:nvPr/>
        </p:nvCxnSpPr>
        <p:spPr>
          <a:xfrm>
            <a:off x="6189980" y="1763395"/>
            <a:ext cx="140970" cy="0"/>
          </a:xfrm>
          <a:prstGeom prst="straightConnector1">
            <a:avLst/>
          </a:prstGeom>
          <a:ln>
            <a:solidFill>
              <a:schemeClr val="tx1"/>
            </a:solidFill>
            <a:tailEnd type="arrow"/>
          </a:ln>
        </p:spPr>
        <p:style>
          <a:lnRef idx="2">
            <a:schemeClr val="accent1"/>
          </a:lnRef>
          <a:fillRef idx="0">
            <a:srgbClr val="FFFFFF"/>
          </a:fillRef>
          <a:effectRef idx="0">
            <a:srgbClr val="FFFFFF"/>
          </a:effectRef>
          <a:fontRef idx="minor">
            <a:schemeClr val="tx1"/>
          </a:fontRef>
        </p:style>
      </p:cxnSp>
      <p:cxnSp>
        <p:nvCxnSpPr>
          <p:cNvPr id="7" name="Straight Arrow Connector 6"/>
          <p:cNvCxnSpPr/>
          <p:nvPr/>
        </p:nvCxnSpPr>
        <p:spPr>
          <a:xfrm flipV="1">
            <a:off x="2639695" y="1731645"/>
            <a:ext cx="695960" cy="15875"/>
          </a:xfrm>
          <a:prstGeom prst="straightConnector1">
            <a:avLst/>
          </a:prstGeom>
          <a:ln>
            <a:solidFill>
              <a:schemeClr val="tx1"/>
            </a:solidFill>
            <a:tailEnd type="arrow"/>
          </a:ln>
        </p:spPr>
        <p:style>
          <a:lnRef idx="2">
            <a:schemeClr val="accent1"/>
          </a:lnRef>
          <a:fillRef idx="0">
            <a:srgbClr val="FFFFFF"/>
          </a:fillRef>
          <a:effectRef idx="0">
            <a:srgbClr val="FFFFFF"/>
          </a:effectRef>
          <a:fontRef idx="minor">
            <a:schemeClr val="tx1"/>
          </a:fontRef>
        </p:style>
      </p:cxnSp>
      <p:cxnSp>
        <p:nvCxnSpPr>
          <p:cNvPr id="8" name="Straight Arrow Connector 7"/>
          <p:cNvCxnSpPr/>
          <p:nvPr/>
        </p:nvCxnSpPr>
        <p:spPr>
          <a:xfrm>
            <a:off x="4653280" y="3206115"/>
            <a:ext cx="1551940" cy="7620"/>
          </a:xfrm>
          <a:prstGeom prst="straightConnector1">
            <a:avLst/>
          </a:prstGeom>
          <a:ln>
            <a:solidFill>
              <a:schemeClr val="tx1"/>
            </a:solidFill>
            <a:tailEnd type="arrow"/>
          </a:ln>
        </p:spPr>
        <p:style>
          <a:lnRef idx="2">
            <a:schemeClr val="accent1"/>
          </a:lnRef>
          <a:fillRef idx="0">
            <a:srgbClr val="FFFFFF"/>
          </a:fillRef>
          <a:effectRef idx="0">
            <a:srgbClr val="FFFFFF"/>
          </a:effectRef>
          <a:fontRef idx="minor">
            <a:schemeClr val="tx1"/>
          </a:fontRef>
        </p:style>
      </p:cxn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21" name="Shape 121"/>
        <p:cNvGrpSpPr/>
        <p:nvPr/>
      </p:nvGrpSpPr>
      <p:grpSpPr>
        <a:xfrm>
          <a:off x="0" y="0"/>
          <a:ext cx="0" cy="0"/>
          <a:chOff x="0" y="0"/>
          <a:chExt cx="0" cy="0"/>
        </a:xfrm>
      </p:grpSpPr>
      <p:sp>
        <p:nvSpPr>
          <p:cNvPr id="122" name="Google Shape;122;p24"/>
          <p:cNvSpPr txBox="1"/>
          <p:nvPr>
            <p:ph type="title"/>
          </p:nvPr>
        </p:nvSpPr>
        <p:spPr>
          <a:xfrm>
            <a:off x="311700" y="1405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US" b="1"/>
              <a:t>Sequence Diagram</a:t>
            </a:r>
            <a:endParaRPr b="1"/>
          </a:p>
        </p:txBody>
      </p:sp>
      <p:pic>
        <p:nvPicPr>
          <p:cNvPr id="123" name="Google Shape;123;p24" title="Gemini_Generated_Image_qk8x2qqk8x2qqk8x (1).png"/>
          <p:cNvPicPr preferRelativeResize="0"/>
          <p:nvPr/>
        </p:nvPicPr>
        <p:blipFill rotWithShape="1">
          <a:blip r:embed="rId1"/>
          <a:srcRect t="6881"/>
          <a:stretch>
            <a:fillRect/>
          </a:stretch>
        </p:blipFill>
        <p:spPr>
          <a:xfrm>
            <a:off x="0" y="613300"/>
            <a:ext cx="9144000" cy="4530199"/>
          </a:xfrm>
          <a:prstGeom prst="rect">
            <a:avLst/>
          </a:prstGeom>
          <a:noFill/>
          <a:ln>
            <a:noFill/>
          </a:ln>
        </p:spPr>
      </p:pic>
      <p:cxnSp>
        <p:nvCxnSpPr>
          <p:cNvPr id="124" name="Google Shape;124;p24"/>
          <p:cNvCxnSpPr/>
          <p:nvPr/>
        </p:nvCxnSpPr>
        <p:spPr>
          <a:xfrm rot="10800000">
            <a:off x="2872950" y="3658075"/>
            <a:ext cx="1228800" cy="0"/>
          </a:xfrm>
          <a:prstGeom prst="straightConnector1">
            <a:avLst/>
          </a:prstGeom>
          <a:noFill/>
          <a:ln w="9525" cap="flat" cmpd="sng">
            <a:solidFill>
              <a:schemeClr val="dk2"/>
            </a:solidFill>
            <a:prstDash val="dash"/>
            <a:round/>
            <a:headEnd type="none" w="med" len="med"/>
            <a:tailEnd type="triangle" w="med" len="med"/>
          </a:ln>
        </p:spPr>
      </p:cxn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28" name="Shape 128"/>
        <p:cNvGrpSpPr/>
        <p:nvPr/>
      </p:nvGrpSpPr>
      <p:grpSpPr>
        <a:xfrm>
          <a:off x="0" y="0"/>
          <a:ext cx="0" cy="0"/>
          <a:chOff x="0" y="0"/>
          <a:chExt cx="0" cy="0"/>
        </a:xfrm>
      </p:grpSpPr>
      <p:sp>
        <p:nvSpPr>
          <p:cNvPr id="129" name="Google Shape;129;p25"/>
          <p:cNvSpPr txBox="1"/>
          <p:nvPr>
            <p:ph type="title"/>
          </p:nvPr>
        </p:nvSpPr>
        <p:spPr>
          <a:xfrm>
            <a:off x="311700" y="8617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US" b="1"/>
              <a:t>Activity Diagram</a:t>
            </a:r>
            <a:endParaRPr b="1"/>
          </a:p>
        </p:txBody>
      </p:sp>
      <p:pic>
        <p:nvPicPr>
          <p:cNvPr id="130" name="Google Shape;130;p25" title="Gemini_Generated_Image_ju97z4ju97z4ju97.png"/>
          <p:cNvPicPr preferRelativeResize="0"/>
          <p:nvPr/>
        </p:nvPicPr>
        <p:blipFill rotWithShape="1">
          <a:blip r:embed="rId1"/>
          <a:srcRect l="6398" t="14372" r="3348" b="3451"/>
          <a:stretch>
            <a:fillRect/>
          </a:stretch>
        </p:blipFill>
        <p:spPr>
          <a:xfrm>
            <a:off x="252275" y="658875"/>
            <a:ext cx="8520600" cy="4304124"/>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34" name="Shape 134"/>
        <p:cNvGrpSpPr/>
        <p:nvPr/>
      </p:nvGrpSpPr>
      <p:grpSpPr>
        <a:xfrm>
          <a:off x="0" y="0"/>
          <a:ext cx="0" cy="0"/>
          <a:chOff x="0" y="0"/>
          <a:chExt cx="0" cy="0"/>
        </a:xfrm>
      </p:grpSpPr>
      <p:sp>
        <p:nvSpPr>
          <p:cNvPr id="135" name="Google Shape;135;p26"/>
          <p:cNvSpPr txBox="1"/>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p>
            <a:pPr marL="0" lvl="0" indent="0" algn="just" rtl="0">
              <a:lnSpc>
                <a:spcPct val="105000"/>
              </a:lnSpc>
              <a:spcBef>
                <a:spcPts val="0"/>
              </a:spcBef>
              <a:spcAft>
                <a:spcPts val="0"/>
              </a:spcAft>
              <a:buSzPts val="2800"/>
              <a:buNone/>
            </a:pPr>
            <a:r>
              <a:rPr lang="en-US" sz="2900" b="1" u="sng">
                <a:latin typeface="Times New Roman" panose="02020603050405020304"/>
                <a:ea typeface="Times New Roman" panose="02020603050405020304"/>
                <a:cs typeface="Times New Roman" panose="02020603050405020304"/>
                <a:sym typeface="Times New Roman" panose="02020603050405020304"/>
              </a:rPr>
              <a:t>Hardware Requirements &amp; Software Requirements</a:t>
            </a:r>
            <a:endParaRPr sz="2900" b="1" u="sng">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lnSpc>
                <a:spcPct val="105000"/>
              </a:lnSpc>
              <a:spcBef>
                <a:spcPts val="1200"/>
              </a:spcBef>
              <a:spcAft>
                <a:spcPts val="1200"/>
              </a:spcAft>
              <a:buSzPts val="2800"/>
              <a:buNone/>
            </a:pPr>
            <a:endParaRPr sz="2900" b="1" u="sng">
              <a:latin typeface="Times New Roman" panose="02020603050405020304"/>
              <a:ea typeface="Times New Roman" panose="02020603050405020304"/>
              <a:cs typeface="Times New Roman" panose="02020603050405020304"/>
              <a:sym typeface="Times New Roman" panose="02020603050405020304"/>
            </a:endParaRPr>
          </a:p>
        </p:txBody>
      </p:sp>
      <p:sp>
        <p:nvSpPr>
          <p:cNvPr id="136" name="Google Shape;136;p26"/>
          <p:cNvSpPr txBox="1"/>
          <p:nvPr>
            <p:ph type="body" idx="1"/>
          </p:nvPr>
        </p:nvSpPr>
        <p:spPr>
          <a:xfrm>
            <a:off x="311700" y="1017725"/>
            <a:ext cx="8520600" cy="38937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500"/>
              </a:spcBef>
              <a:spcAft>
                <a:spcPts val="0"/>
              </a:spcAft>
              <a:buSzPts val="1100"/>
              <a:buNone/>
            </a:pPr>
            <a:r>
              <a:rPr lang="en-US" sz="2000" b="1">
                <a:solidFill>
                  <a:schemeClr val="dk1"/>
                </a:solidFill>
                <a:latin typeface="Times New Roman" panose="02020603050405020304"/>
                <a:ea typeface="Times New Roman" panose="02020603050405020304"/>
                <a:cs typeface="Times New Roman" panose="02020603050405020304"/>
                <a:sym typeface="Times New Roman" panose="02020603050405020304"/>
              </a:rPr>
              <a:t>Hardware:</a:t>
            </a:r>
            <a:endParaRPr sz="2000" b="1">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457200" lvl="0" indent="-323850" algn="l" rtl="0">
              <a:lnSpc>
                <a:spcPct val="115000"/>
              </a:lnSpc>
              <a:spcBef>
                <a:spcPts val="1500"/>
              </a:spcBef>
              <a:spcAft>
                <a:spcPts val="0"/>
              </a:spcAft>
              <a:buClr>
                <a:schemeClr val="dk1"/>
              </a:buClr>
              <a:buSzPts val="1500"/>
              <a:buFont typeface="Times New Roman" panose="02020603050405020304"/>
              <a:buChar char="●"/>
            </a:pPr>
            <a:r>
              <a:rPr lang="en-US" sz="1500" b="1">
                <a:solidFill>
                  <a:schemeClr val="dk1"/>
                </a:solidFill>
                <a:latin typeface="Times New Roman" panose="02020603050405020304"/>
                <a:ea typeface="Times New Roman" panose="02020603050405020304"/>
                <a:cs typeface="Times New Roman" panose="02020603050405020304"/>
                <a:sym typeface="Times New Roman" panose="02020603050405020304"/>
              </a:rPr>
              <a:t>Processor</a:t>
            </a:r>
            <a:r>
              <a:rPr lang="en-US" sz="1500">
                <a:solidFill>
                  <a:schemeClr val="dk1"/>
                </a:solidFill>
                <a:latin typeface="Times New Roman" panose="02020603050405020304"/>
                <a:ea typeface="Times New Roman" panose="02020603050405020304"/>
                <a:cs typeface="Times New Roman" panose="02020603050405020304"/>
                <a:sym typeface="Times New Roman" panose="02020603050405020304"/>
              </a:rPr>
              <a:t> : </a:t>
            </a:r>
            <a:r>
              <a:rPr lang="en-US" sz="1500">
                <a:solidFill>
                  <a:schemeClr val="dk1"/>
                </a:solidFill>
                <a:latin typeface="Times New Roman" panose="02020603050405020304"/>
                <a:ea typeface="Times New Roman" panose="02020603050405020304"/>
                <a:cs typeface="Times New Roman" panose="02020603050405020304"/>
                <a:sym typeface="Times New Roman" panose="02020603050405020304"/>
              </a:rPr>
              <a:t>Intel i7</a:t>
            </a:r>
            <a:endParaRPr sz="15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457200" lvl="0" indent="-323850" algn="l" rtl="0">
              <a:lnSpc>
                <a:spcPct val="115000"/>
              </a:lnSpc>
              <a:spcBef>
                <a:spcPts val="0"/>
              </a:spcBef>
              <a:spcAft>
                <a:spcPts val="0"/>
              </a:spcAft>
              <a:buClr>
                <a:schemeClr val="dk1"/>
              </a:buClr>
              <a:buSzPts val="1500"/>
              <a:buFont typeface="Times New Roman" panose="02020603050405020304"/>
              <a:buChar char="●"/>
            </a:pPr>
            <a:r>
              <a:rPr lang="en-US" sz="1500" b="1">
                <a:solidFill>
                  <a:schemeClr val="dk1"/>
                </a:solidFill>
                <a:latin typeface="Times New Roman" panose="02020603050405020304"/>
                <a:ea typeface="Times New Roman" panose="02020603050405020304"/>
                <a:cs typeface="Times New Roman" panose="02020603050405020304"/>
                <a:sym typeface="Times New Roman" panose="02020603050405020304"/>
              </a:rPr>
              <a:t>RAM</a:t>
            </a:r>
            <a:r>
              <a:rPr lang="en-US" sz="1500">
                <a:solidFill>
                  <a:schemeClr val="dk1"/>
                </a:solidFill>
                <a:latin typeface="Times New Roman" panose="02020603050405020304"/>
                <a:ea typeface="Times New Roman" panose="02020603050405020304"/>
                <a:cs typeface="Times New Roman" panose="02020603050405020304"/>
                <a:sym typeface="Times New Roman" panose="02020603050405020304"/>
              </a:rPr>
              <a:t>: 16GB RAM</a:t>
            </a:r>
            <a:endParaRPr sz="15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457200" lvl="0" indent="-323850" algn="l" rtl="0">
              <a:lnSpc>
                <a:spcPct val="115000"/>
              </a:lnSpc>
              <a:spcBef>
                <a:spcPts val="0"/>
              </a:spcBef>
              <a:spcAft>
                <a:spcPts val="0"/>
              </a:spcAft>
              <a:buClr>
                <a:schemeClr val="dk1"/>
              </a:buClr>
              <a:buSzPts val="1500"/>
              <a:buFont typeface="Times New Roman" panose="02020603050405020304"/>
              <a:buChar char="●"/>
            </a:pPr>
            <a:r>
              <a:rPr lang="en-US" sz="1500" b="1">
                <a:solidFill>
                  <a:schemeClr val="dk1"/>
                </a:solidFill>
                <a:latin typeface="Times New Roman" panose="02020603050405020304"/>
                <a:ea typeface="Times New Roman" panose="02020603050405020304"/>
                <a:cs typeface="Times New Roman" panose="02020603050405020304"/>
                <a:sym typeface="Times New Roman" panose="02020603050405020304"/>
              </a:rPr>
              <a:t>Storage</a:t>
            </a:r>
            <a:r>
              <a:rPr lang="en-US" sz="1500">
                <a:solidFill>
                  <a:schemeClr val="dk1"/>
                </a:solidFill>
                <a:latin typeface="Times New Roman" panose="02020603050405020304"/>
                <a:ea typeface="Times New Roman" panose="02020603050405020304"/>
                <a:cs typeface="Times New Roman" panose="02020603050405020304"/>
                <a:sym typeface="Times New Roman" panose="02020603050405020304"/>
              </a:rPr>
              <a:t> : 250 GB</a:t>
            </a:r>
            <a:endParaRPr sz="1500" b="1">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l" rtl="0">
              <a:lnSpc>
                <a:spcPct val="115000"/>
              </a:lnSpc>
              <a:spcBef>
                <a:spcPts val="1500"/>
              </a:spcBef>
              <a:spcAft>
                <a:spcPts val="0"/>
              </a:spcAft>
              <a:buSzPts val="1100"/>
              <a:buNone/>
            </a:pPr>
            <a:r>
              <a:rPr lang="en-US" sz="2000" b="1">
                <a:solidFill>
                  <a:schemeClr val="dk1"/>
                </a:solidFill>
                <a:latin typeface="Times New Roman" panose="02020603050405020304"/>
                <a:ea typeface="Times New Roman" panose="02020603050405020304"/>
                <a:cs typeface="Times New Roman" panose="02020603050405020304"/>
                <a:sym typeface="Times New Roman" panose="02020603050405020304"/>
              </a:rPr>
              <a:t>Software:</a:t>
            </a:r>
            <a:endParaRPr sz="2000" b="1">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457200" lvl="0" indent="-323850" algn="l" rtl="0">
              <a:spcBef>
                <a:spcPts val="0"/>
              </a:spcBef>
              <a:spcAft>
                <a:spcPts val="0"/>
              </a:spcAft>
              <a:buClr>
                <a:schemeClr val="dk1"/>
              </a:buClr>
              <a:buSzPts val="1500"/>
              <a:buFont typeface="Roboto"/>
              <a:buChar char="●"/>
            </a:pPr>
            <a:r>
              <a:rPr lang="en-US" sz="1500" b="1">
                <a:solidFill>
                  <a:schemeClr val="dk1"/>
                </a:solidFill>
                <a:latin typeface="Times New Roman" panose="02020603050405020304"/>
                <a:ea typeface="Times New Roman" panose="02020603050405020304"/>
                <a:cs typeface="Times New Roman" panose="02020603050405020304"/>
                <a:sym typeface="Times New Roman" panose="02020603050405020304"/>
              </a:rPr>
              <a:t>Mobile App</a:t>
            </a:r>
            <a:r>
              <a:rPr lang="en-US" sz="1500">
                <a:solidFill>
                  <a:schemeClr val="dk1"/>
                </a:solidFill>
                <a:latin typeface="Times New Roman" panose="02020603050405020304"/>
                <a:ea typeface="Times New Roman" panose="02020603050405020304"/>
                <a:cs typeface="Times New Roman" panose="02020603050405020304"/>
                <a:sym typeface="Times New Roman" panose="02020603050405020304"/>
              </a:rPr>
              <a:t>: React Native </a:t>
            </a:r>
            <a:endParaRPr sz="15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457200" lvl="0" indent="-323850" algn="l" rtl="0">
              <a:spcBef>
                <a:spcPts val="0"/>
              </a:spcBef>
              <a:spcAft>
                <a:spcPts val="0"/>
              </a:spcAft>
              <a:buClr>
                <a:schemeClr val="dk1"/>
              </a:buClr>
              <a:buSzPts val="1500"/>
              <a:buFont typeface="Roboto"/>
              <a:buChar char="●"/>
            </a:pPr>
            <a:r>
              <a:rPr lang="en-US" sz="1500" b="1">
                <a:solidFill>
                  <a:schemeClr val="dk1"/>
                </a:solidFill>
                <a:latin typeface="Times New Roman" panose="02020603050405020304"/>
                <a:ea typeface="Times New Roman" panose="02020603050405020304"/>
                <a:cs typeface="Times New Roman" panose="02020603050405020304"/>
                <a:sym typeface="Times New Roman" panose="02020603050405020304"/>
              </a:rPr>
              <a:t>Backend</a:t>
            </a:r>
            <a:r>
              <a:rPr lang="en-US" sz="1500">
                <a:solidFill>
                  <a:schemeClr val="dk1"/>
                </a:solidFill>
                <a:latin typeface="Times New Roman" panose="02020603050405020304"/>
                <a:ea typeface="Times New Roman" panose="02020603050405020304"/>
                <a:cs typeface="Times New Roman" panose="02020603050405020304"/>
                <a:sym typeface="Times New Roman" panose="02020603050405020304"/>
              </a:rPr>
              <a:t>: </a:t>
            </a:r>
            <a:r>
              <a:rPr lang="en-US" sz="1500">
                <a:solidFill>
                  <a:schemeClr val="dk1"/>
                </a:solidFill>
                <a:uFill>
                  <a:noFill/>
                </a:uFill>
                <a:latin typeface="Times New Roman" panose="02020603050405020304"/>
                <a:ea typeface="Times New Roman" panose="02020603050405020304"/>
                <a:cs typeface="Times New Roman" panose="02020603050405020304"/>
                <a:sym typeface="Times New Roman" panose="02020603050405020304"/>
                <a:hlinkClick r:id="rId1"/>
              </a:rPr>
              <a:t>Node.js</a:t>
            </a:r>
            <a:r>
              <a:rPr lang="en-US" sz="1500">
                <a:solidFill>
                  <a:schemeClr val="dk1"/>
                </a:solidFill>
                <a:latin typeface="Times New Roman" panose="02020603050405020304"/>
                <a:ea typeface="Times New Roman" panose="02020603050405020304"/>
                <a:cs typeface="Times New Roman" panose="02020603050405020304"/>
                <a:sym typeface="Times New Roman" panose="02020603050405020304"/>
              </a:rPr>
              <a:t> &amp; FastAPI with Python for AI inference</a:t>
            </a:r>
            <a:endParaRPr sz="15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457200" lvl="0" indent="-323850" algn="l" rtl="0">
              <a:spcBef>
                <a:spcPts val="0"/>
              </a:spcBef>
              <a:spcAft>
                <a:spcPts val="0"/>
              </a:spcAft>
              <a:buClr>
                <a:schemeClr val="dk1"/>
              </a:buClr>
              <a:buSzPts val="1500"/>
              <a:buFont typeface="Roboto"/>
              <a:buChar char="●"/>
            </a:pPr>
            <a:r>
              <a:rPr lang="en-US" sz="1500" b="1">
                <a:solidFill>
                  <a:schemeClr val="dk1"/>
                </a:solidFill>
                <a:latin typeface="Times New Roman" panose="02020603050405020304"/>
                <a:ea typeface="Times New Roman" panose="02020603050405020304"/>
                <a:cs typeface="Times New Roman" panose="02020603050405020304"/>
                <a:sym typeface="Times New Roman" panose="02020603050405020304"/>
              </a:rPr>
              <a:t>AI Model</a:t>
            </a:r>
            <a:r>
              <a:rPr lang="en-US" sz="1500">
                <a:solidFill>
                  <a:schemeClr val="dk1"/>
                </a:solidFill>
                <a:latin typeface="Times New Roman" panose="02020603050405020304"/>
                <a:ea typeface="Times New Roman" panose="02020603050405020304"/>
                <a:cs typeface="Times New Roman" panose="02020603050405020304"/>
                <a:sym typeface="Times New Roman" panose="02020603050405020304"/>
              </a:rPr>
              <a:t>: ResNet (PyTorch)</a:t>
            </a:r>
            <a:endParaRPr sz="15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457200" lvl="0" indent="-323850" algn="l" rtl="0">
              <a:spcBef>
                <a:spcPts val="0"/>
              </a:spcBef>
              <a:spcAft>
                <a:spcPts val="0"/>
              </a:spcAft>
              <a:buClr>
                <a:schemeClr val="dk1"/>
              </a:buClr>
              <a:buSzPts val="1500"/>
              <a:buFont typeface="Roboto"/>
              <a:buChar char="●"/>
            </a:pPr>
            <a:r>
              <a:rPr lang="en-US" sz="1500" b="1">
                <a:solidFill>
                  <a:schemeClr val="dk1"/>
                </a:solidFill>
                <a:latin typeface="Times New Roman" panose="02020603050405020304"/>
                <a:ea typeface="Times New Roman" panose="02020603050405020304"/>
                <a:cs typeface="Times New Roman" panose="02020603050405020304"/>
                <a:sym typeface="Times New Roman" panose="02020603050405020304"/>
              </a:rPr>
              <a:t>Cloud Integration</a:t>
            </a:r>
            <a:r>
              <a:rPr lang="en-US" sz="1500">
                <a:solidFill>
                  <a:schemeClr val="dk1"/>
                </a:solidFill>
                <a:latin typeface="Times New Roman" panose="02020603050405020304"/>
                <a:ea typeface="Times New Roman" panose="02020603050405020304"/>
                <a:cs typeface="Times New Roman" panose="02020603050405020304"/>
                <a:sym typeface="Times New Roman" panose="02020603050405020304"/>
              </a:rPr>
              <a:t>: Cloudinary </a:t>
            </a:r>
            <a:r>
              <a:rPr lang="en-US" sz="1500">
                <a:solidFill>
                  <a:schemeClr val="dk1"/>
                </a:solidFill>
                <a:latin typeface="Times New Roman" panose="02020603050405020304"/>
                <a:ea typeface="Times New Roman" panose="02020603050405020304"/>
                <a:cs typeface="Times New Roman" panose="02020603050405020304"/>
                <a:sym typeface="Times New Roman" panose="02020603050405020304"/>
              </a:rPr>
              <a:t>(for image uploads), </a:t>
            </a:r>
            <a:r>
              <a:rPr lang="en-US" sz="1500">
                <a:solidFill>
                  <a:schemeClr val="dk1"/>
                </a:solidFill>
                <a:latin typeface="Times New Roman" panose="02020603050405020304"/>
                <a:ea typeface="Times New Roman" panose="02020603050405020304"/>
                <a:cs typeface="Times New Roman" panose="02020603050405020304"/>
                <a:sym typeface="Times New Roman" panose="02020603050405020304"/>
              </a:rPr>
              <a:t>Firebase (notifications, authentication)</a:t>
            </a:r>
            <a:endParaRPr sz="15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457200" lvl="0" indent="-323850" algn="l" rtl="0">
              <a:spcBef>
                <a:spcPts val="0"/>
              </a:spcBef>
              <a:spcAft>
                <a:spcPts val="0"/>
              </a:spcAft>
              <a:buClr>
                <a:schemeClr val="dk1"/>
              </a:buClr>
              <a:buSzPts val="1500"/>
              <a:buFont typeface="Roboto"/>
              <a:buChar char="●"/>
            </a:pPr>
            <a:r>
              <a:rPr lang="en-US" sz="1500" b="1">
                <a:solidFill>
                  <a:schemeClr val="dk1"/>
                </a:solidFill>
                <a:latin typeface="Times New Roman" panose="02020603050405020304"/>
                <a:ea typeface="Times New Roman" panose="02020603050405020304"/>
                <a:cs typeface="Times New Roman" panose="02020603050405020304"/>
                <a:sym typeface="Times New Roman" panose="02020603050405020304"/>
              </a:rPr>
              <a:t>Database</a:t>
            </a:r>
            <a:r>
              <a:rPr lang="en-US" sz="1500">
                <a:solidFill>
                  <a:schemeClr val="dk1"/>
                </a:solidFill>
                <a:latin typeface="Times New Roman" panose="02020603050405020304"/>
                <a:ea typeface="Times New Roman" panose="02020603050405020304"/>
                <a:cs typeface="Times New Roman" panose="02020603050405020304"/>
                <a:sym typeface="Times New Roman" panose="02020603050405020304"/>
              </a:rPr>
              <a:t>: MongoDB</a:t>
            </a:r>
            <a:endParaRPr sz="15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457200" lvl="0" indent="-323850" algn="l" rtl="0">
              <a:spcBef>
                <a:spcPts val="0"/>
              </a:spcBef>
              <a:spcAft>
                <a:spcPts val="0"/>
              </a:spcAft>
              <a:buClr>
                <a:schemeClr val="dk1"/>
              </a:buClr>
              <a:buSzPts val="1500"/>
              <a:buFont typeface="Roboto"/>
              <a:buChar char="●"/>
            </a:pPr>
            <a:r>
              <a:rPr lang="en-US" sz="1500" b="1">
                <a:solidFill>
                  <a:schemeClr val="dk1"/>
                </a:solidFill>
                <a:latin typeface="Times New Roman" panose="02020603050405020304"/>
                <a:ea typeface="Times New Roman" panose="02020603050405020304"/>
                <a:cs typeface="Times New Roman" panose="02020603050405020304"/>
                <a:sym typeface="Times New Roman" panose="02020603050405020304"/>
              </a:rPr>
              <a:t>Dashboard</a:t>
            </a:r>
            <a:r>
              <a:rPr lang="en-US" sz="1500">
                <a:solidFill>
                  <a:schemeClr val="dk1"/>
                </a:solidFill>
                <a:latin typeface="Times New Roman" panose="02020603050405020304"/>
                <a:ea typeface="Times New Roman" panose="02020603050405020304"/>
                <a:cs typeface="Times New Roman" panose="02020603050405020304"/>
                <a:sym typeface="Times New Roman" panose="02020603050405020304"/>
              </a:rPr>
              <a:t>: React js</a:t>
            </a:r>
            <a:endParaRPr sz="15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457200" lvl="0" indent="-323850" algn="l" rtl="0">
              <a:spcBef>
                <a:spcPts val="0"/>
              </a:spcBef>
              <a:spcAft>
                <a:spcPts val="0"/>
              </a:spcAft>
              <a:buClr>
                <a:schemeClr val="dk1"/>
              </a:buClr>
              <a:buSzPts val="1500"/>
              <a:buFont typeface="Roboto"/>
              <a:buChar char="●"/>
            </a:pPr>
            <a:r>
              <a:rPr lang="en-US" sz="1500" b="1">
                <a:solidFill>
                  <a:schemeClr val="dk1"/>
                </a:solidFill>
                <a:latin typeface="Times New Roman" panose="02020603050405020304"/>
                <a:ea typeface="Times New Roman" panose="02020603050405020304"/>
                <a:cs typeface="Times New Roman" panose="02020603050405020304"/>
                <a:sym typeface="Times New Roman" panose="02020603050405020304"/>
              </a:rPr>
              <a:t>Notification Service</a:t>
            </a:r>
            <a:r>
              <a:rPr lang="en-US" sz="1500">
                <a:solidFill>
                  <a:schemeClr val="dk1"/>
                </a:solidFill>
                <a:latin typeface="Times New Roman" panose="02020603050405020304"/>
                <a:ea typeface="Times New Roman" panose="02020603050405020304"/>
                <a:cs typeface="Times New Roman" panose="02020603050405020304"/>
                <a:sym typeface="Times New Roman" panose="02020603050405020304"/>
              </a:rPr>
              <a:t>: Firebase Cloud Messaging </a:t>
            </a:r>
            <a:endParaRPr sz="1500" b="1">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lnSpc>
                <a:spcPct val="105000"/>
              </a:lnSpc>
              <a:spcBef>
                <a:spcPts val="1500"/>
              </a:spcBef>
              <a:spcAft>
                <a:spcPts val="1200"/>
              </a:spcAft>
              <a:buSzPts val="440"/>
              <a:buNone/>
            </a:pPr>
            <a:endParaRPr sz="1600" b="1">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40" name="Shape 140"/>
        <p:cNvGrpSpPr/>
        <p:nvPr/>
      </p:nvGrpSpPr>
      <p:grpSpPr>
        <a:xfrm>
          <a:off x="0" y="0"/>
          <a:ext cx="0" cy="0"/>
          <a:chOff x="0" y="0"/>
          <a:chExt cx="0" cy="0"/>
        </a:xfrm>
      </p:grpSpPr>
      <p:sp>
        <p:nvSpPr>
          <p:cNvPr id="141" name="Google Shape;141;p27"/>
          <p:cNvSpPr txBox="1"/>
          <p:nvPr>
            <p:ph type="title"/>
          </p:nvPr>
        </p:nvSpPr>
        <p:spPr>
          <a:xfrm>
            <a:off x="1701885" y="1999050"/>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US" sz="6600" b="1" u="sng">
                <a:latin typeface="Times New Roman" panose="02020603050405020304"/>
                <a:ea typeface="Times New Roman" panose="02020603050405020304"/>
                <a:cs typeface="Times New Roman" panose="02020603050405020304"/>
                <a:sym typeface="Times New Roman" panose="02020603050405020304"/>
              </a:rPr>
              <a:t>THANK YOU </a:t>
            </a:r>
            <a:endParaRPr sz="6600" b="1" u="sng">
              <a:latin typeface="Times New Roman" panose="02020603050405020304"/>
              <a:ea typeface="Times New Roman" panose="02020603050405020304"/>
              <a:cs typeface="Times New Roman" panose="02020603050405020304"/>
              <a:sym typeface="Times New Roman" panose="02020603050405020304"/>
            </a:endParaRPr>
          </a:p>
        </p:txBody>
      </p:sp>
      <p:sp>
        <p:nvSpPr>
          <p:cNvPr id="142" name="Google Shape;142;p27"/>
          <p:cNvSpPr txBox="1"/>
          <p:nvPr>
            <p:ph type="body" idx="1"/>
          </p:nvPr>
        </p:nvSpPr>
        <p:spPr>
          <a:xfrm rot="10800000">
            <a:off x="8832299" y="4995475"/>
            <a:ext cx="1270705" cy="1256642"/>
          </a:xfrm>
          <a:prstGeom prst="rect">
            <a:avLst/>
          </a:prstGeom>
          <a:noFill/>
          <a:ln>
            <a:noFill/>
          </a:ln>
        </p:spPr>
        <p:txBody>
          <a:bodyPr spcFirstLastPara="1" wrap="square" lIns="91425" tIns="91425" rIns="91425" bIns="91425" anchor="t" anchorCtr="0">
            <a:noAutofit/>
          </a:bodyPr>
          <a:lstStyle/>
          <a:p>
            <a:pPr marL="457200" lvl="0" indent="-228600" algn="l" rtl="0">
              <a:lnSpc>
                <a:spcPct val="105000"/>
              </a:lnSpc>
              <a:spcBef>
                <a:spcPts val="0"/>
              </a:spcBef>
              <a:spcAft>
                <a:spcPts val="0"/>
              </a:spcAft>
              <a:buClr>
                <a:schemeClr val="dk1"/>
              </a:buClr>
              <a:buSzPts val="1800"/>
              <a:buNone/>
            </a:pPr>
            <a:endParaRPr>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3592</Words>
  <Application>WPS Presentation</Application>
  <PresentationFormat/>
  <Paragraphs>92</Paragraphs>
  <Slides>15</Slides>
  <Notes>0</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15</vt:i4>
      </vt:variant>
    </vt:vector>
  </HeadingPairs>
  <TitlesOfParts>
    <vt:vector size="25" baseType="lpstr">
      <vt:lpstr>Arial</vt:lpstr>
      <vt:lpstr>SimSun</vt:lpstr>
      <vt:lpstr>Wingdings</vt:lpstr>
      <vt:lpstr>Arial</vt:lpstr>
      <vt:lpstr>Times New Roman</vt:lpstr>
      <vt:lpstr>Roboto</vt:lpstr>
      <vt:lpstr>Times New Roman</vt:lpstr>
      <vt:lpstr>Microsoft YaHei</vt:lpstr>
      <vt:lpstr>Arial Unicode MS</vt:lpstr>
      <vt:lpstr>Simple Light</vt:lpstr>
      <vt:lpstr>Smart Garbage Segregation App</vt:lpstr>
      <vt:lpstr>Table Of Contents</vt:lpstr>
      <vt:lpstr>Introduction</vt:lpstr>
      <vt:lpstr>Abstract</vt:lpstr>
      <vt:lpstr>Existing System</vt:lpstr>
      <vt:lpstr>Disadvantages</vt:lpstr>
      <vt:lpstr>Proposed System</vt:lpstr>
      <vt:lpstr>Advantages</vt:lpstr>
      <vt:lpstr>PowerPoint 演示文稿</vt:lpstr>
      <vt:lpstr>Use Case Diagram</vt:lpstr>
      <vt:lpstr>Class Diagram</vt:lpstr>
      <vt:lpstr>Sequence Diagram</vt:lpstr>
      <vt:lpstr>Activity Diagram</vt:lpstr>
      <vt:lpstr>Hardware Requirements &amp; Software Requirements</vt:lpstr>
      <vt:lpstr>THANK YOU </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DEPARTMENT OF CSE(AI&amp;ML)  Major Project Review 2Smart Garbage Segregation App</dc:title>
  <dc:creator/>
  <cp:lastModifiedBy>Karthik Reddy U</cp:lastModifiedBy>
  <cp:revision>1</cp:revision>
  <dcterms:created xsi:type="dcterms:W3CDTF">2025-11-05T08:03:54Z</dcterms:created>
  <dcterms:modified xsi:type="dcterms:W3CDTF">2025-11-05T08:03:54Z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DFFFB21CB5D54F779D538E13AAD99658_12</vt:lpwstr>
  </property>
  <property fmtid="{D5CDD505-2E9C-101B-9397-08002B2CF9AE}" pid="3" name="KSOProductBuildVer">
    <vt:lpwstr>2057-12.2.0.23149</vt:lpwstr>
  </property>
</Properties>
</file>